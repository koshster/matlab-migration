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5" r:id="rId3"/>
    <p:sldId id="267" r:id="rId4"/>
    <p:sldId id="266" r:id="rId5"/>
    <p:sldId id="293" r:id="rId6"/>
    <p:sldId id="317" r:id="rId7"/>
    <p:sldId id="318" r:id="rId8"/>
    <p:sldId id="312" r:id="rId9"/>
    <p:sldId id="32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EA"/>
    <a:srgbClr val="FAF6ED"/>
    <a:srgbClr val="145688"/>
    <a:srgbClr val="2DFFAF"/>
    <a:srgbClr val="FF15C2"/>
    <a:srgbClr val="15FF5D"/>
    <a:srgbClr val="FFFFC9"/>
    <a:srgbClr val="6161B7"/>
    <a:srgbClr val="8686C8"/>
    <a:srgbClr val="CFC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CECD0A-BC64-4065-83B5-F350E84F7712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C528E-3DAA-4D0B-A1B9-97DFF5D82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3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205A-DA8F-78DC-F0C0-8B0AF0D82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B4419-CD5F-1E2F-D987-0FD054E65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1358B-4148-9A77-1B9D-C6F1FDC4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2FE4A-6AD9-F349-D487-76D617A9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73371-584F-1066-E131-3092A0D88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3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F936-BBD9-B71B-B240-1AF5E34F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39ACC-078F-3AA2-8407-539C85AC6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31674-EA72-A2A1-E478-954B2801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B6418-A97E-6302-A3F1-DF6D7E5E4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F0E0-6D74-C303-CBF8-A70361F5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7DD6-BD59-4246-B456-F9054A3F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803D7-E434-E2B1-EEE2-C75EDC396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76023-E4A0-8311-C5AD-68025448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829E8-0F46-E85C-08C8-A672C14F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82992-B576-498A-C83F-DC24F3B7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51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0A23F-1661-0E31-9DF4-237CA0A5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26C21-3C03-B2DC-F96A-CAE7CBA58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5C46E-87A0-0565-5882-FFCC3C06F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02539-D8EA-1845-3281-1E9EC7839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9F3D4-C32A-2E1B-1CDA-C091CAE3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1DF8F-1352-1E1F-2557-C82E3FA9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5DEA-F833-D3FC-7ED0-B36DB1FB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219BF-1780-567C-2A45-88D325C3A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78043-9E47-0E11-0B7D-5EDEB2D18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84F5E-E69C-FA1E-51E6-40F9FC84F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DE44D-B4C0-BA64-0414-E689DB474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1AB4DF-ED7E-A233-651B-B8A068E1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C2433F-A7D5-9608-CC36-426E86D8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0C490-8F88-55C2-B66B-4852C070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3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07F9-4276-C480-4C74-95651A46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8765CF-2E2D-C3E8-A3F5-4029451C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0BA45-5224-B3B6-9E82-5E46F16F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6F021-257B-E3F4-6401-83551952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1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C78B19-2E9E-92CD-4DED-D274E38E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A688BC-D1CD-95E1-6C36-B71B141D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5FCCE-E0C9-06FC-1A12-592B1C68D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58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38AE-85F6-A5F4-CECC-D3318934C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DDBD4-1048-3855-6801-9A7C592A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2A3E2-A202-04F1-BE6A-0BCE29A52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3D84B-C029-F7C6-479C-674639D2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D1DE3-65F4-EAEC-7A53-1DF373F5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97A18-4BAD-7107-9E4C-FFD2A70B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9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15A7-0CF6-7701-0EC1-9B038B9E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DC819-0C53-D366-1A9C-0A3C9D5B1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AB997-EA29-B338-F988-F678F32E3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5D2B8-7163-F86C-E34C-33051E8C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73FD9-1829-F065-5014-089595EC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CA3CB-094B-6148-B9ED-04CFEC3D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F5E5-014B-0146-725A-A89C8D8E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A9737-5E61-DEDE-BE76-790E0D3A8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A350C-4FF7-8D95-C814-26A86FCA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3E044-B21C-C913-DA3E-3333299B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F139-F7A2-8FF9-B919-58545494B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4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A676C1-2712-6745-0E1D-DD042C467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57273-4315-8C6F-7FCD-055F7749C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46615-883A-307A-6AF7-71BA1150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D435B-4390-8058-4883-68B857230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71399-12B3-E3DB-AE5E-433C5587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9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EEF4A4-35E2-9B3E-7C8D-4329FC240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21307-A5FD-A883-AF56-F028873B9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34864-0DB5-52F8-865D-C0314E0B8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D1910-D020-48F2-89DF-E0E9F3D7B7B3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EDF97-A334-1306-4C81-E80214952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79513-70FB-AF18-BE34-6ADB3C98B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538EE-C972-4388-97D5-7E29F351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7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image" Target="../media/image5.emf"/><Relationship Id="rId21" Type="http://schemas.openxmlformats.org/officeDocument/2006/relationships/image" Target="../media/image14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2.wmf"/><Relationship Id="rId25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microsoft.com/office/2007/relationships/hdphoto" Target="../media/hdphoto5.wdp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7.wmf"/><Relationship Id="rId15" Type="http://schemas.openxmlformats.org/officeDocument/2006/relationships/image" Target="../media/image11.wmf"/><Relationship Id="rId23" Type="http://schemas.openxmlformats.org/officeDocument/2006/relationships/image" Target="../media/image15.wmf"/><Relationship Id="rId10" Type="http://schemas.openxmlformats.org/officeDocument/2006/relationships/image" Target="../media/image6.png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1.bin"/><Relationship Id="rId26" Type="http://schemas.openxmlformats.org/officeDocument/2006/relationships/oleObject" Target="../embeddings/oleObject25.bin"/><Relationship Id="rId3" Type="http://schemas.openxmlformats.org/officeDocument/2006/relationships/image" Target="../media/image18.wmf"/><Relationship Id="rId21" Type="http://schemas.openxmlformats.org/officeDocument/2006/relationships/image" Target="../media/image27.emf"/><Relationship Id="rId34" Type="http://schemas.openxmlformats.org/officeDocument/2006/relationships/image" Target="../media/image34.png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5.wmf"/><Relationship Id="rId25" Type="http://schemas.openxmlformats.org/officeDocument/2006/relationships/image" Target="../media/image29.wmf"/><Relationship Id="rId33" Type="http://schemas.microsoft.com/office/2007/relationships/hdphoto" Target="../media/hdphoto6.wdp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29" Type="http://schemas.openxmlformats.org/officeDocument/2006/relationships/image" Target="../media/image3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2.wmf"/><Relationship Id="rId24" Type="http://schemas.openxmlformats.org/officeDocument/2006/relationships/oleObject" Target="../embeddings/oleObject24.bin"/><Relationship Id="rId32" Type="http://schemas.openxmlformats.org/officeDocument/2006/relationships/image" Target="../media/image33.png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23" Type="http://schemas.openxmlformats.org/officeDocument/2006/relationships/image" Target="../media/image28.wmf"/><Relationship Id="rId28" Type="http://schemas.openxmlformats.org/officeDocument/2006/relationships/oleObject" Target="../embeddings/oleObject26.bin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6.wmf"/><Relationship Id="rId31" Type="http://schemas.openxmlformats.org/officeDocument/2006/relationships/image" Target="../media/image32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9.bin"/><Relationship Id="rId22" Type="http://schemas.openxmlformats.org/officeDocument/2006/relationships/oleObject" Target="../embeddings/oleObject23.bin"/><Relationship Id="rId27" Type="http://schemas.openxmlformats.org/officeDocument/2006/relationships/image" Target="../media/image30.wmf"/><Relationship Id="rId30" Type="http://schemas.openxmlformats.org/officeDocument/2006/relationships/oleObject" Target="../embeddings/oleObject27.bin"/><Relationship Id="rId35" Type="http://schemas.microsoft.com/office/2007/relationships/hdphoto" Target="../media/hdphoto7.wdp"/><Relationship Id="rId8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7" Type="http://schemas.microsoft.com/office/2007/relationships/hdphoto" Target="../media/hdphoto10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microsoft.com/office/2007/relationships/hdphoto" Target="../media/hdphoto9.wdp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38.wmf"/><Relationship Id="rId7" Type="http://schemas.openxmlformats.org/officeDocument/2006/relationships/image" Target="../media/image40.png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29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4.bin"/><Relationship Id="rId18" Type="http://schemas.openxmlformats.org/officeDocument/2006/relationships/image" Target="../media/image46.wmf"/><Relationship Id="rId26" Type="http://schemas.openxmlformats.org/officeDocument/2006/relationships/image" Target="../media/image50.wmf"/><Relationship Id="rId39" Type="http://schemas.openxmlformats.org/officeDocument/2006/relationships/oleObject" Target="../embeddings/oleObject47.bin"/><Relationship Id="rId21" Type="http://schemas.openxmlformats.org/officeDocument/2006/relationships/oleObject" Target="../embeddings/oleObject38.bin"/><Relationship Id="rId34" Type="http://schemas.openxmlformats.org/officeDocument/2006/relationships/image" Target="../media/image54.wmf"/><Relationship Id="rId42" Type="http://schemas.openxmlformats.org/officeDocument/2006/relationships/image" Target="../media/image58.wmf"/><Relationship Id="rId47" Type="http://schemas.openxmlformats.org/officeDocument/2006/relationships/oleObject" Target="../embeddings/oleObject51.bin"/><Relationship Id="rId50" Type="http://schemas.openxmlformats.org/officeDocument/2006/relationships/image" Target="../media/image62.wmf"/><Relationship Id="rId55" Type="http://schemas.openxmlformats.org/officeDocument/2006/relationships/oleObject" Target="../embeddings/oleObject55.bin"/><Relationship Id="rId63" Type="http://schemas.openxmlformats.org/officeDocument/2006/relationships/oleObject" Target="../embeddings/oleObject59.bin"/><Relationship Id="rId7" Type="http://schemas.openxmlformats.org/officeDocument/2006/relationships/image" Target="../media/image40.png"/><Relationship Id="rId2" Type="http://schemas.openxmlformats.org/officeDocument/2006/relationships/oleObject" Target="../embeddings/oleObject31.bin"/><Relationship Id="rId16" Type="http://schemas.openxmlformats.org/officeDocument/2006/relationships/image" Target="../media/image45.wmf"/><Relationship Id="rId29" Type="http://schemas.openxmlformats.org/officeDocument/2006/relationships/oleObject" Target="../embeddings/oleObject42.bin"/><Relationship Id="rId11" Type="http://schemas.openxmlformats.org/officeDocument/2006/relationships/oleObject" Target="../embeddings/oleObject33.bin"/><Relationship Id="rId24" Type="http://schemas.openxmlformats.org/officeDocument/2006/relationships/image" Target="../media/image49.emf"/><Relationship Id="rId32" Type="http://schemas.openxmlformats.org/officeDocument/2006/relationships/image" Target="../media/image53.wmf"/><Relationship Id="rId37" Type="http://schemas.openxmlformats.org/officeDocument/2006/relationships/oleObject" Target="../embeddings/oleObject46.bin"/><Relationship Id="rId40" Type="http://schemas.openxmlformats.org/officeDocument/2006/relationships/image" Target="../media/image57.wmf"/><Relationship Id="rId45" Type="http://schemas.openxmlformats.org/officeDocument/2006/relationships/oleObject" Target="../embeddings/oleObject50.bin"/><Relationship Id="rId53" Type="http://schemas.openxmlformats.org/officeDocument/2006/relationships/oleObject" Target="../embeddings/oleObject54.bin"/><Relationship Id="rId58" Type="http://schemas.openxmlformats.org/officeDocument/2006/relationships/image" Target="../media/image66.wmf"/><Relationship Id="rId5" Type="http://schemas.openxmlformats.org/officeDocument/2006/relationships/image" Target="../media/image39.emf"/><Relationship Id="rId61" Type="http://schemas.openxmlformats.org/officeDocument/2006/relationships/oleObject" Target="../embeddings/oleObject58.bin"/><Relationship Id="rId19" Type="http://schemas.openxmlformats.org/officeDocument/2006/relationships/oleObject" Target="../embeddings/oleObject37.bin"/><Relationship Id="rId14" Type="http://schemas.openxmlformats.org/officeDocument/2006/relationships/image" Target="../media/image44.wmf"/><Relationship Id="rId22" Type="http://schemas.openxmlformats.org/officeDocument/2006/relationships/image" Target="../media/image48.wmf"/><Relationship Id="rId27" Type="http://schemas.openxmlformats.org/officeDocument/2006/relationships/oleObject" Target="../embeddings/oleObject41.bin"/><Relationship Id="rId30" Type="http://schemas.openxmlformats.org/officeDocument/2006/relationships/image" Target="../media/image52.wmf"/><Relationship Id="rId35" Type="http://schemas.openxmlformats.org/officeDocument/2006/relationships/oleObject" Target="../embeddings/oleObject45.bin"/><Relationship Id="rId43" Type="http://schemas.openxmlformats.org/officeDocument/2006/relationships/oleObject" Target="../embeddings/oleObject49.bin"/><Relationship Id="rId48" Type="http://schemas.openxmlformats.org/officeDocument/2006/relationships/image" Target="../media/image61.wmf"/><Relationship Id="rId56" Type="http://schemas.openxmlformats.org/officeDocument/2006/relationships/image" Target="../media/image65.wmf"/><Relationship Id="rId64" Type="http://schemas.openxmlformats.org/officeDocument/2006/relationships/image" Target="../media/image69.wmf"/><Relationship Id="rId8" Type="http://schemas.microsoft.com/office/2007/relationships/hdphoto" Target="../media/hdphoto11.wdp"/><Relationship Id="rId51" Type="http://schemas.openxmlformats.org/officeDocument/2006/relationships/oleObject" Target="../embeddings/oleObject53.bin"/><Relationship Id="rId3" Type="http://schemas.openxmlformats.org/officeDocument/2006/relationships/image" Target="../media/image41.wmf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36.bin"/><Relationship Id="rId25" Type="http://schemas.openxmlformats.org/officeDocument/2006/relationships/oleObject" Target="../embeddings/oleObject40.bin"/><Relationship Id="rId33" Type="http://schemas.openxmlformats.org/officeDocument/2006/relationships/oleObject" Target="../embeddings/oleObject44.bin"/><Relationship Id="rId38" Type="http://schemas.openxmlformats.org/officeDocument/2006/relationships/image" Target="../media/image56.wmf"/><Relationship Id="rId46" Type="http://schemas.openxmlformats.org/officeDocument/2006/relationships/image" Target="../media/image60.wmf"/><Relationship Id="rId59" Type="http://schemas.openxmlformats.org/officeDocument/2006/relationships/oleObject" Target="../embeddings/oleObject57.bin"/><Relationship Id="rId20" Type="http://schemas.openxmlformats.org/officeDocument/2006/relationships/image" Target="../media/image47.wmf"/><Relationship Id="rId41" Type="http://schemas.openxmlformats.org/officeDocument/2006/relationships/oleObject" Target="../embeddings/oleObject48.bin"/><Relationship Id="rId54" Type="http://schemas.openxmlformats.org/officeDocument/2006/relationships/image" Target="../media/image64.wmf"/><Relationship Id="rId62" Type="http://schemas.openxmlformats.org/officeDocument/2006/relationships/image" Target="../media/image6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28" Type="http://schemas.openxmlformats.org/officeDocument/2006/relationships/image" Target="../media/image51.wmf"/><Relationship Id="rId36" Type="http://schemas.openxmlformats.org/officeDocument/2006/relationships/image" Target="../media/image55.wmf"/><Relationship Id="rId49" Type="http://schemas.openxmlformats.org/officeDocument/2006/relationships/oleObject" Target="../embeddings/oleObject52.bin"/><Relationship Id="rId57" Type="http://schemas.openxmlformats.org/officeDocument/2006/relationships/oleObject" Target="../embeddings/oleObject56.bin"/><Relationship Id="rId10" Type="http://schemas.openxmlformats.org/officeDocument/2006/relationships/image" Target="../media/image42.wmf"/><Relationship Id="rId31" Type="http://schemas.openxmlformats.org/officeDocument/2006/relationships/oleObject" Target="../embeddings/oleObject43.bin"/><Relationship Id="rId44" Type="http://schemas.openxmlformats.org/officeDocument/2006/relationships/image" Target="../media/image59.wmf"/><Relationship Id="rId52" Type="http://schemas.openxmlformats.org/officeDocument/2006/relationships/image" Target="../media/image63.wmf"/><Relationship Id="rId60" Type="http://schemas.openxmlformats.org/officeDocument/2006/relationships/image" Target="../media/image67.wmf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microsoft.com/office/2007/relationships/hdphoto" Target="../media/hdphoto13.wdp"/><Relationship Id="rId4" Type="http://schemas.openxmlformats.org/officeDocument/2006/relationships/image" Target="../media/image71.png"/><Relationship Id="rId9" Type="http://schemas.microsoft.com/office/2007/relationships/hdphoto" Target="../media/hdphoto15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42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microsoft.com/office/2007/relationships/hdphoto" Target="../media/hdphoto16.wdp"/><Relationship Id="rId5" Type="http://schemas.openxmlformats.org/officeDocument/2006/relationships/image" Target="../media/image74.wmf"/><Relationship Id="rId10" Type="http://schemas.openxmlformats.org/officeDocument/2006/relationships/image" Target="../media/image77.png"/><Relationship Id="rId4" Type="http://schemas.openxmlformats.org/officeDocument/2006/relationships/oleObject" Target="../embeddings/oleObject60.bin"/><Relationship Id="rId9" Type="http://schemas.openxmlformats.org/officeDocument/2006/relationships/image" Target="../media/image7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430F-9B59-5671-2E02-DADCD7AC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Single-Rigid Body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BA7F-5DA2-CA88-21F8-945BCD0D9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Structure: Single Non-Deformable Body (2D)</a:t>
            </a:r>
          </a:p>
          <a:p>
            <a:r>
              <a:rPr lang="en-US" dirty="0"/>
              <a:t>Loading: Forces and Couples</a:t>
            </a:r>
          </a:p>
          <a:p>
            <a:r>
              <a:rPr lang="en-US" dirty="0"/>
              <a:t>Supports: Pins, Rollers, Fixed Support 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2106AE-9EC9-BA84-95F2-23E4FE88F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9524" t="16528" r="20957" b="12917"/>
          <a:stretch>
            <a:fillRect/>
          </a:stretch>
        </p:blipFill>
        <p:spPr>
          <a:xfrm>
            <a:off x="8161110" y="3603599"/>
            <a:ext cx="2977620" cy="2731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4B2DDF-5008-F5C2-3479-3C400C9E2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31047" t="20926" r="25745" b="9931"/>
          <a:stretch>
            <a:fillRect/>
          </a:stretch>
        </p:blipFill>
        <p:spPr>
          <a:xfrm>
            <a:off x="1342960" y="3844931"/>
            <a:ext cx="2582205" cy="267665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B3EEE0C-9F3E-8615-3FF8-5FF6E6A3A9B1}"/>
              </a:ext>
            </a:extLst>
          </p:cNvPr>
          <p:cNvGrpSpPr/>
          <p:nvPr/>
        </p:nvGrpSpPr>
        <p:grpSpPr>
          <a:xfrm>
            <a:off x="4569625" y="3844932"/>
            <a:ext cx="3140896" cy="2520296"/>
            <a:chOff x="4569625" y="3844932"/>
            <a:chExt cx="3140896" cy="252029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A7E9576-E102-487B-9AE5-1765BFEAA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l="23182" t="10972" r="16750" b="15139"/>
            <a:stretch>
              <a:fillRect/>
            </a:stretch>
          </p:blipFill>
          <p:spPr>
            <a:xfrm>
              <a:off x="4569625" y="3844932"/>
              <a:ext cx="3140896" cy="25202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7DE02FD-ADB5-6DD0-8F76-EF732D6BF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l="79431" t="16082" r="14300" b="78677"/>
            <a:stretch>
              <a:fillRect/>
            </a:stretch>
          </p:blipFill>
          <p:spPr>
            <a:xfrm>
              <a:off x="5643118" y="6064566"/>
              <a:ext cx="308101" cy="1681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9103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D784C-8942-165D-3CEE-F23C76D8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57ABBFB3-61BC-1F86-96C5-D6C5E70F08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9825" y="2400300"/>
          <a:ext cx="4595813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96511" imgH="1435575" progId="Equation.DSMT4">
                  <p:embed/>
                </p:oleObj>
              </mc:Choice>
              <mc:Fallback>
                <p:oleObj name="Equation" r:id="rId2" imgW="4596511" imgH="1435575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E48A5C3B-8FFF-F52A-DDF7-867053EE4F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9825" y="2400300"/>
                        <a:ext cx="4595813" cy="1435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7239084-AAA7-079F-4BAA-340ABB78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Single-Rigid Body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17CD8-1C4A-2238-AE40-553BD37EB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2826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Example Problem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sz="1300" dirty="0"/>
          </a:p>
          <a:p>
            <a:r>
              <a:rPr lang="en-US" dirty="0"/>
              <a:t>Required Understanding </a:t>
            </a:r>
          </a:p>
          <a:p>
            <a:pPr lvl="1"/>
            <a:r>
              <a:rPr lang="en-US" dirty="0"/>
              <a:t>Force Systems</a:t>
            </a:r>
          </a:p>
          <a:p>
            <a:pPr lvl="1"/>
            <a:r>
              <a:rPr lang="en-US" dirty="0"/>
              <a:t>Load and Support Types</a:t>
            </a:r>
          </a:p>
          <a:p>
            <a:pPr lvl="1"/>
            <a:r>
              <a:rPr lang="en-US" dirty="0"/>
              <a:t>2D Equilibrium Conditions</a:t>
            </a:r>
          </a:p>
          <a:p>
            <a:pPr lvl="1"/>
            <a:r>
              <a:rPr lang="en-US" dirty="0"/>
              <a:t>Resolving Forces into Components</a:t>
            </a:r>
          </a:p>
          <a:p>
            <a:pPr lvl="1"/>
            <a:r>
              <a:rPr lang="en-US" dirty="0"/>
              <a:t>Transmissibility Principle</a:t>
            </a:r>
          </a:p>
          <a:p>
            <a:pPr lvl="1"/>
            <a:r>
              <a:rPr lang="en-US" dirty="0" err="1"/>
              <a:t>Varignon’s</a:t>
            </a:r>
            <a:r>
              <a:rPr lang="en-US" dirty="0"/>
              <a:t> Theorem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AA96D8-C957-483B-2507-64F12ACA627B}"/>
              </a:ext>
            </a:extLst>
          </p:cNvPr>
          <p:cNvSpPr txBox="1"/>
          <p:nvPr/>
        </p:nvSpPr>
        <p:spPr>
          <a:xfrm>
            <a:off x="2855193" y="2860754"/>
            <a:ext cx="18977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Sign convention</a:t>
            </a:r>
            <a:endParaRPr lang="en-US" sz="1600" dirty="0"/>
          </a:p>
          <a:p>
            <a:r>
              <a:rPr lang="en-US" sz="1600" i="1" dirty="0"/>
              <a:t>R</a:t>
            </a:r>
            <a:r>
              <a:rPr lang="en-US" sz="1600" i="1" baseline="-25000" dirty="0"/>
              <a:t>x</a:t>
            </a:r>
            <a:r>
              <a:rPr lang="en-US" sz="1600" dirty="0"/>
              <a:t> &gt; 0 (to the right) </a:t>
            </a:r>
          </a:p>
          <a:p>
            <a:r>
              <a:rPr lang="en-US" sz="1600" i="1" dirty="0"/>
              <a:t>R</a:t>
            </a:r>
            <a:r>
              <a:rPr lang="en-US" sz="1600" i="1" baseline="-25000" dirty="0"/>
              <a:t>y</a:t>
            </a:r>
            <a:r>
              <a:rPr lang="en-US" sz="1600" dirty="0"/>
              <a:t> &gt; 0 (upwards)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B89B45-E90A-054F-B6B8-4525B9B9FF9C}"/>
              </a:ext>
            </a:extLst>
          </p:cNvPr>
          <p:cNvCxnSpPr/>
          <p:nvPr/>
        </p:nvCxnSpPr>
        <p:spPr>
          <a:xfrm>
            <a:off x="2619375" y="2828925"/>
            <a:ext cx="0" cy="914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BE12F80-7490-C745-62C1-35E3CC5D09D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1455" y="2400300"/>
            <a:ext cx="5972184" cy="384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2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37DE-8238-1901-E33C-5152CBE0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FDC3F230-79F8-B087-B21B-BA5833725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9825" y="2400300"/>
          <a:ext cx="4595813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96511" imgH="1435575" progId="Equation.DSMT4">
                  <p:embed/>
                </p:oleObj>
              </mc:Choice>
              <mc:Fallback>
                <p:oleObj name="Equation" r:id="rId2" imgW="4596511" imgH="1435575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57ABBFB3-61BC-1F86-96C5-D6C5E70F08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9825" y="2400300"/>
                        <a:ext cx="4595813" cy="1435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5D18BA8-F1E9-40A1-682B-A4CE4AA3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Single-Rigid Body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C04F-D8A6-99CB-3176-5486B7B70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2826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Example Problem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sz="1300" dirty="0"/>
          </a:p>
          <a:p>
            <a:r>
              <a:rPr lang="en-US" dirty="0"/>
              <a:t>Required Understanding 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F51EDE-AA6C-FB27-51CC-12F0F83AD4BE}"/>
              </a:ext>
            </a:extLst>
          </p:cNvPr>
          <p:cNvSpPr txBox="1"/>
          <p:nvPr/>
        </p:nvSpPr>
        <p:spPr>
          <a:xfrm>
            <a:off x="2855193" y="2860754"/>
            <a:ext cx="18977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Sign convention</a:t>
            </a:r>
            <a:endParaRPr lang="en-US" sz="1600" dirty="0"/>
          </a:p>
          <a:p>
            <a:r>
              <a:rPr lang="en-US" sz="1600" i="1" dirty="0"/>
              <a:t>R</a:t>
            </a:r>
            <a:r>
              <a:rPr lang="en-US" sz="1600" i="1" baseline="-25000" dirty="0"/>
              <a:t>x</a:t>
            </a:r>
            <a:r>
              <a:rPr lang="en-US" sz="1600" dirty="0"/>
              <a:t> &gt; 0 (to the right) </a:t>
            </a:r>
          </a:p>
          <a:p>
            <a:r>
              <a:rPr lang="en-US" sz="1600" i="1" dirty="0"/>
              <a:t>R</a:t>
            </a:r>
            <a:r>
              <a:rPr lang="en-US" sz="1600" i="1" baseline="-25000" dirty="0"/>
              <a:t>y</a:t>
            </a:r>
            <a:r>
              <a:rPr lang="en-US" sz="1600" dirty="0"/>
              <a:t> &gt; 0 (upwards)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CD1802-D79F-C3FA-886F-F3F120C98FC8}"/>
              </a:ext>
            </a:extLst>
          </p:cNvPr>
          <p:cNvCxnSpPr/>
          <p:nvPr/>
        </p:nvCxnSpPr>
        <p:spPr>
          <a:xfrm>
            <a:off x="2619375" y="2828925"/>
            <a:ext cx="0" cy="914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B5F8A3A-9237-0390-EF66-1FBE8B689E03}"/>
              </a:ext>
            </a:extLst>
          </p:cNvPr>
          <p:cNvGrpSpPr/>
          <p:nvPr/>
        </p:nvGrpSpPr>
        <p:grpSpPr>
          <a:xfrm>
            <a:off x="1693862" y="2750128"/>
            <a:ext cx="285750" cy="1011275"/>
            <a:chOff x="1693862" y="2750128"/>
            <a:chExt cx="285750" cy="1011275"/>
          </a:xfrm>
        </p:grpSpPr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53FEE0B0-93C7-1189-385D-5900A866D4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93862" y="2750128"/>
            <a:ext cx="285750" cy="265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480" imgH="164880" progId="Equation.DSMT4">
                    <p:embed/>
                  </p:oleObj>
                </mc:Choice>
                <mc:Fallback>
                  <p:oleObj name="Equation" r:id="rId4" imgW="177480" imgH="164880" progId="Equation.DSMT4">
                    <p:embed/>
                    <p:pic>
                      <p:nvPicPr>
                        <p:cNvPr id="4" name="Object 3">
                          <a:extLst>
                            <a:ext uri="{FF2B5EF4-FFF2-40B4-BE49-F238E27FC236}">
                              <a16:creationId xmlns:a16="http://schemas.microsoft.com/office/drawing/2014/main" id="{22138DAC-6F23-5815-2D43-8F400813697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693862" y="2750128"/>
                          <a:ext cx="285750" cy="2655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DB2EE78E-AB88-0131-694E-D209902D9B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2571" y="3475054"/>
            <a:ext cx="204535" cy="286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77480" progId="Equation.DSMT4">
                    <p:embed/>
                  </p:oleObj>
                </mc:Choice>
                <mc:Fallback>
                  <p:oleObj name="Equation" r:id="rId6" imgW="126720" imgH="17748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F4051FEC-0D30-A26B-45A5-3A18F01FBC0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772571" y="3475054"/>
                          <a:ext cx="204535" cy="2863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D7D4BE37-57EA-D629-E0A1-A290D964D3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93862" y="3088266"/>
            <a:ext cx="285750" cy="265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164880" progId="Equation.DSMT4">
                    <p:embed/>
                  </p:oleObj>
                </mc:Choice>
                <mc:Fallback>
                  <p:oleObj name="Equation" r:id="rId8" imgW="177480" imgH="164880" progId="Equation.DSMT4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D2C510E7-5F63-9B2A-7D62-A3B869D74F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693862" y="3088266"/>
                          <a:ext cx="285750" cy="2655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E3F9626-3C01-34F0-7F2C-54AD8214AD7D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1455" y="2400300"/>
            <a:ext cx="5972184" cy="384488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AB95B8-9179-CCC5-9E4B-297C8F382B15}"/>
              </a:ext>
            </a:extLst>
          </p:cNvPr>
          <p:cNvCxnSpPr/>
          <p:nvPr/>
        </p:nvCxnSpPr>
        <p:spPr>
          <a:xfrm flipV="1">
            <a:off x="8928972" y="2689225"/>
            <a:ext cx="0" cy="405823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686130-AC43-4B85-BC5F-34C070C7061A}"/>
              </a:ext>
            </a:extLst>
          </p:cNvPr>
          <p:cNvCxnSpPr/>
          <p:nvPr/>
        </p:nvCxnSpPr>
        <p:spPr>
          <a:xfrm flipV="1">
            <a:off x="9681887" y="3429577"/>
            <a:ext cx="0" cy="405823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3A6536-2833-F150-3C76-59C37F2A002E}"/>
              </a:ext>
            </a:extLst>
          </p:cNvPr>
          <p:cNvCxnSpPr>
            <a:cxnSpLocks/>
          </p:cNvCxnSpPr>
          <p:nvPr/>
        </p:nvCxnSpPr>
        <p:spPr>
          <a:xfrm rot="5400000" flipV="1">
            <a:off x="9886230" y="3676685"/>
            <a:ext cx="0" cy="405823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7CB793FF-2B6A-D8EA-42FE-C569B8D6E0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196318"/>
              </p:ext>
            </p:extLst>
          </p:nvPr>
        </p:nvGraphicFramePr>
        <p:xfrm>
          <a:off x="8715612" y="2496763"/>
          <a:ext cx="223520" cy="265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040" imgH="241200" progId="Equation.DSMT4">
                  <p:embed/>
                </p:oleObj>
              </mc:Choice>
              <mc:Fallback>
                <p:oleObj name="Equation" r:id="rId12" imgW="203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715612" y="2496763"/>
                        <a:ext cx="223520" cy="265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6D5FA73-DD89-6D3C-E292-92DEAF7E9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630920"/>
              </p:ext>
            </p:extLst>
          </p:nvPr>
        </p:nvGraphicFramePr>
        <p:xfrm>
          <a:off x="9435910" y="3296285"/>
          <a:ext cx="223520" cy="265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241200" progId="Equation.DSMT4">
                  <p:embed/>
                </p:oleObj>
              </mc:Choice>
              <mc:Fallback>
                <p:oleObj name="Equation" r:id="rId14" imgW="203040" imgH="2412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7CB793FF-2B6A-D8EA-42FE-C569B8D6E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435910" y="3296285"/>
                        <a:ext cx="223520" cy="265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7182CF66-D156-27C6-55F3-E3A321F8A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114951"/>
              </p:ext>
            </p:extLst>
          </p:nvPr>
        </p:nvGraphicFramePr>
        <p:xfrm>
          <a:off x="10018078" y="3858895"/>
          <a:ext cx="223520" cy="25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040" imgH="228600" progId="Equation.DSMT4">
                  <p:embed/>
                </p:oleObj>
              </mc:Choice>
              <mc:Fallback>
                <p:oleObj name="Equation" r:id="rId16" imgW="203040" imgH="2286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6D5FA73-DD89-6D3C-E292-92DEAF7E99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018078" y="3858895"/>
                        <a:ext cx="223520" cy="25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5EAB1599-04C0-5FB7-EE57-60C65CCDDA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264744"/>
              </p:ext>
            </p:extLst>
          </p:nvPr>
        </p:nvGraphicFramePr>
        <p:xfrm>
          <a:off x="8744028" y="5341144"/>
          <a:ext cx="166688" cy="19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80" imgH="177480" progId="Equation.DSMT4">
                  <p:embed/>
                </p:oleObj>
              </mc:Choice>
              <mc:Fallback>
                <p:oleObj name="Equation" r:id="rId18" imgW="152280" imgH="1774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7CB793FF-2B6A-D8EA-42FE-C569B8D6E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744028" y="5341144"/>
                        <a:ext cx="166688" cy="195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210F7260-11CC-1697-9ACB-3EBBC28BECC2}"/>
              </a:ext>
            </a:extLst>
          </p:cNvPr>
          <p:cNvGrpSpPr/>
          <p:nvPr/>
        </p:nvGrpSpPr>
        <p:grpSpPr>
          <a:xfrm>
            <a:off x="915250" y="4617040"/>
            <a:ext cx="4820387" cy="2166346"/>
            <a:chOff x="1019535" y="4656138"/>
            <a:chExt cx="4697983" cy="2111336"/>
          </a:xfrm>
        </p:grpSpPr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86A5A6E4-9D36-C8F3-8B57-02254556A4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4357360"/>
                </p:ext>
              </p:extLst>
            </p:nvPr>
          </p:nvGraphicFramePr>
          <p:xfrm>
            <a:off x="1204534" y="4656138"/>
            <a:ext cx="3763963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336760" imgH="253800" progId="Equation.DSMT4">
                    <p:embed/>
                  </p:oleObj>
                </mc:Choice>
                <mc:Fallback>
                  <p:oleObj name="Equation" r:id="rId20" imgW="23367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204534" y="4656138"/>
                          <a:ext cx="3763963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70B87374-1BAB-9D7B-E8F0-7038F9DB59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673360"/>
                </p:ext>
              </p:extLst>
            </p:nvPr>
          </p:nvGraphicFramePr>
          <p:xfrm>
            <a:off x="1214979" y="5206362"/>
            <a:ext cx="3759668" cy="4100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336760" imgH="253800" progId="Equation.DSMT4">
                    <p:embed/>
                  </p:oleObj>
                </mc:Choice>
                <mc:Fallback>
                  <p:oleObj name="Equation" r:id="rId22" imgW="2336760" imgH="253800" progId="Equation.DSMT4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86A5A6E4-9D36-C8F3-8B57-02254556A4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214979" y="5206362"/>
                          <a:ext cx="3759668" cy="4100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3FEFE882-847B-8882-FC4B-3F972C3D2D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5881826"/>
                </p:ext>
              </p:extLst>
            </p:nvPr>
          </p:nvGraphicFramePr>
          <p:xfrm>
            <a:off x="1214060" y="5735638"/>
            <a:ext cx="37814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349360" imgH="253800" progId="Equation.DSMT4">
                    <p:embed/>
                  </p:oleObj>
                </mc:Choice>
                <mc:Fallback>
                  <p:oleObj name="Equation" r:id="rId24" imgW="2349360" imgH="253800" progId="Equation.DSMT4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70B87374-1BAB-9D7B-E8F0-7038F9DB59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214060" y="5735638"/>
                          <a:ext cx="3781425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8AFF9ED1-BAC1-1857-39E3-62EBD78079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7576130"/>
                </p:ext>
              </p:extLst>
            </p:nvPr>
          </p:nvGraphicFramePr>
          <p:xfrm>
            <a:off x="1238406" y="6377815"/>
            <a:ext cx="4479112" cy="389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781000" imgH="241200" progId="Equation.DSMT4">
                    <p:embed/>
                  </p:oleObj>
                </mc:Choice>
                <mc:Fallback>
                  <p:oleObj name="Equation" r:id="rId26" imgW="2781000" imgH="241200" progId="Equation.DSMT4">
                    <p:embed/>
                    <p:pic>
                      <p:nvPicPr>
                        <p:cNvPr id="12" name="Object 11">
                          <a:extLst>
                            <a:ext uri="{FF2B5EF4-FFF2-40B4-BE49-F238E27FC236}">
                              <a16:creationId xmlns:a16="http://schemas.microsoft.com/office/drawing/2014/main" id="{3FEFE882-847B-8882-FC4B-3F972C3D2D3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238406" y="6377815"/>
                          <a:ext cx="4479112" cy="3896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5D5CEA-9288-2833-134F-373CF819F9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535" y="6216612"/>
              <a:ext cx="413507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773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08985-12B2-9C6A-BC9F-15CDB3D7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87FD2-41C6-2EAD-4CF3-CC338322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8" y="317415"/>
            <a:ext cx="10515600" cy="1325563"/>
          </a:xfrm>
        </p:spPr>
        <p:txBody>
          <a:bodyPr/>
          <a:lstStyle/>
          <a:p>
            <a:r>
              <a:rPr lang="en-US" dirty="0"/>
              <a:t>Extensive Parameterization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81D796D-2C2A-2349-3487-BF8E8900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38" y="1777914"/>
            <a:ext cx="10515600" cy="5032375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Number, Type, &amp; Placement of Loads </a:t>
            </a:r>
            <a:br>
              <a:rPr lang="en-US" dirty="0"/>
            </a:br>
            <a:endParaRPr lang="en-US" dirty="0"/>
          </a:p>
          <a:p>
            <a:pPr>
              <a:spcBef>
                <a:spcPts val="2200"/>
              </a:spcBef>
            </a:pPr>
            <a:r>
              <a:rPr lang="en-US" dirty="0"/>
              <a:t>Directions and Magnitudes of Loads</a:t>
            </a:r>
          </a:p>
          <a:p>
            <a:endParaRPr lang="en-US" dirty="0"/>
          </a:p>
          <a:p>
            <a:pPr>
              <a:spcBef>
                <a:spcPts val="2200"/>
              </a:spcBef>
            </a:pPr>
            <a:r>
              <a:rPr lang="en-US" dirty="0"/>
              <a:t>Support Types and Orientations</a:t>
            </a:r>
          </a:p>
          <a:p>
            <a:endParaRPr lang="en-US" dirty="0"/>
          </a:p>
          <a:p>
            <a:pPr>
              <a:spcBef>
                <a:spcPts val="2200"/>
              </a:spcBef>
            </a:pPr>
            <a:r>
              <a:rPr lang="en-US" dirty="0"/>
              <a:t>Body Size and Geometry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CEF1C26-B04A-84EE-2FB3-FCAB651E07CC}"/>
              </a:ext>
            </a:extLst>
          </p:cNvPr>
          <p:cNvGrpSpPr/>
          <p:nvPr/>
        </p:nvGrpSpPr>
        <p:grpSpPr>
          <a:xfrm>
            <a:off x="6880979" y="1488952"/>
            <a:ext cx="799868" cy="714161"/>
            <a:chOff x="5840536" y="1690688"/>
            <a:chExt cx="799868" cy="714161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DD8598-AEE0-9CA5-1B36-A9FA85195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0536" y="1825624"/>
              <a:ext cx="400095" cy="579225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4A0E858B-6B69-650B-4665-DFA0BBAF63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1520237"/>
                </p:ext>
              </p:extLst>
            </p:nvPr>
          </p:nvGraphicFramePr>
          <p:xfrm>
            <a:off x="6240631" y="1690688"/>
            <a:ext cx="399773" cy="399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164880" progId="Equation.DSMT4">
                    <p:embed/>
                  </p:oleObj>
                </mc:Choice>
                <mc:Fallback>
                  <p:oleObj name="Equation" r:id="rId2" imgW="164880" imgH="164880" progId="Equation.DSMT4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86A5A6E4-9D36-C8F3-8B57-02254556A4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240631" y="1690688"/>
                          <a:ext cx="399773" cy="3997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BAFAC74-1E51-D091-D9DD-105B64418EA5}"/>
              </a:ext>
            </a:extLst>
          </p:cNvPr>
          <p:cNvGrpSpPr/>
          <p:nvPr/>
        </p:nvGrpSpPr>
        <p:grpSpPr>
          <a:xfrm>
            <a:off x="9536010" y="1456786"/>
            <a:ext cx="635036" cy="748501"/>
            <a:chOff x="7053335" y="1690688"/>
            <a:chExt cx="635036" cy="748501"/>
          </a:xfrm>
        </p:grpSpPr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756F6805-6E1A-920E-ECDD-29AD330F223D}"/>
                </a:ext>
              </a:extLst>
            </p:cNvPr>
            <p:cNvSpPr/>
            <p:nvPr/>
          </p:nvSpPr>
          <p:spPr>
            <a:xfrm rot="900000">
              <a:off x="7155764" y="1906582"/>
              <a:ext cx="532607" cy="532607"/>
            </a:xfrm>
            <a:prstGeom prst="arc">
              <a:avLst>
                <a:gd name="adj1" fmla="val 16200000"/>
                <a:gd name="adj2" fmla="val 6987757"/>
              </a:avLst>
            </a:prstGeom>
            <a:ln w="50800">
              <a:solidFill>
                <a:srgbClr val="FF01F3"/>
              </a:solidFill>
              <a:headEnd type="stealth" w="lg" len="med"/>
              <a:tailEnd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17" name="Object 16">
              <a:extLst>
                <a:ext uri="{FF2B5EF4-FFF2-40B4-BE49-F238E27FC236}">
                  <a16:creationId xmlns:a16="http://schemas.microsoft.com/office/drawing/2014/main" id="{F7B7D103-124A-46EE-4352-8754303C08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1193452"/>
                </p:ext>
              </p:extLst>
            </p:nvPr>
          </p:nvGraphicFramePr>
          <p:xfrm>
            <a:off x="7053335" y="1690688"/>
            <a:ext cx="492125" cy="398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040" imgH="164880" progId="Equation.DSMT4">
                    <p:embed/>
                  </p:oleObj>
                </mc:Choice>
                <mc:Fallback>
                  <p:oleObj name="Equation" r:id="rId4" imgW="203040" imgH="164880" progId="Equation.DSMT4">
                    <p:embed/>
                    <p:pic>
                      <p:nvPicPr>
                        <p:cNvPr id="16" name="Object 15">
                          <a:extLst>
                            <a:ext uri="{FF2B5EF4-FFF2-40B4-BE49-F238E27FC236}">
                              <a16:creationId xmlns:a16="http://schemas.microsoft.com/office/drawing/2014/main" id="{4A0E858B-6B69-650B-4665-DFA0BBAF63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053335" y="1690688"/>
                          <a:ext cx="492125" cy="3984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79ED0ED-7926-9AC7-08B8-8CF34A8C3750}"/>
              </a:ext>
            </a:extLst>
          </p:cNvPr>
          <p:cNvGrpSpPr/>
          <p:nvPr/>
        </p:nvGrpSpPr>
        <p:grpSpPr>
          <a:xfrm>
            <a:off x="7959262" y="1342507"/>
            <a:ext cx="1176975" cy="830757"/>
            <a:chOff x="6730988" y="1226987"/>
            <a:chExt cx="1176975" cy="83075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02515EE-68F3-0BFA-0BF1-B7D33E12EB65}"/>
                </a:ext>
              </a:extLst>
            </p:cNvPr>
            <p:cNvGrpSpPr/>
            <p:nvPr/>
          </p:nvGrpSpPr>
          <p:grpSpPr>
            <a:xfrm rot="5400000">
              <a:off x="7068404" y="1218185"/>
              <a:ext cx="502143" cy="1176975"/>
              <a:chOff x="8581478" y="1375569"/>
              <a:chExt cx="502143" cy="1176975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E93FEA9-2C73-96F4-3DA0-E62E8638C8E5}"/>
                  </a:ext>
                </a:extLst>
              </p:cNvPr>
              <p:cNvGrpSpPr/>
              <p:nvPr/>
            </p:nvGrpSpPr>
            <p:grpSpPr>
              <a:xfrm>
                <a:off x="8581478" y="1394463"/>
                <a:ext cx="492125" cy="1141564"/>
                <a:chOff x="8383607" y="1674812"/>
                <a:chExt cx="530911" cy="854237"/>
              </a:xfrm>
            </p:grpSpPr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B6128F25-4354-03E8-8B5F-F919CE5A78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3607" y="1674812"/>
                  <a:ext cx="530911" cy="0"/>
                </a:xfrm>
                <a:prstGeom prst="straightConnector1">
                  <a:avLst/>
                </a:prstGeom>
                <a:ln w="50800">
                  <a:solidFill>
                    <a:srgbClr val="FA6E6E"/>
                  </a:solidFill>
                  <a:headEnd w="sm" len="med"/>
                  <a:tailEnd type="stealth" w="med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D85225B4-2619-657E-E535-D6138BE400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3607" y="1846731"/>
                  <a:ext cx="530911" cy="0"/>
                </a:xfrm>
                <a:prstGeom prst="straightConnector1">
                  <a:avLst/>
                </a:prstGeom>
                <a:ln w="50800">
                  <a:solidFill>
                    <a:srgbClr val="FA6E6E"/>
                  </a:solidFill>
                  <a:headEnd w="sm" len="med"/>
                  <a:tailEnd type="stealth" w="med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BA6B7DFA-88E6-7B77-FBFD-CEA98D4E7A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3607" y="2021700"/>
                  <a:ext cx="530911" cy="0"/>
                </a:xfrm>
                <a:prstGeom prst="straightConnector1">
                  <a:avLst/>
                </a:prstGeom>
                <a:ln w="50800">
                  <a:solidFill>
                    <a:srgbClr val="FA6E6E"/>
                  </a:solidFill>
                  <a:headEnd w="sm" len="med"/>
                  <a:tailEnd type="stealth" w="med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9AC5EC77-D342-0FA8-DE06-FF745E0BB1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3607" y="2193620"/>
                  <a:ext cx="530911" cy="0"/>
                </a:xfrm>
                <a:prstGeom prst="straightConnector1">
                  <a:avLst/>
                </a:prstGeom>
                <a:ln w="50800">
                  <a:solidFill>
                    <a:srgbClr val="FA6E6E"/>
                  </a:solidFill>
                  <a:headEnd w="sm" len="med"/>
                  <a:tailEnd type="stealth" w="med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E749462D-1723-2576-6A97-AABD82C8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3607" y="2357130"/>
                  <a:ext cx="530911" cy="0"/>
                </a:xfrm>
                <a:prstGeom prst="straightConnector1">
                  <a:avLst/>
                </a:prstGeom>
                <a:ln w="50800">
                  <a:solidFill>
                    <a:srgbClr val="FA6E6E"/>
                  </a:solidFill>
                  <a:headEnd w="sm" len="med"/>
                  <a:tailEnd type="stealth" w="med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C60D0918-BF05-8CC1-2BF1-18CBFE07FC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3607" y="2529049"/>
                  <a:ext cx="530911" cy="0"/>
                </a:xfrm>
                <a:prstGeom prst="straightConnector1">
                  <a:avLst/>
                </a:prstGeom>
                <a:ln w="50800">
                  <a:solidFill>
                    <a:srgbClr val="FA6E6E"/>
                  </a:solidFill>
                  <a:headEnd w="sm" len="med"/>
                  <a:tailEnd type="stealth" w="med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1DB74EB-EA38-8341-433E-CA0A24CBF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91003" y="1375569"/>
                <a:ext cx="0" cy="1164431"/>
              </a:xfrm>
              <a:prstGeom prst="line">
                <a:avLst/>
              </a:prstGeom>
              <a:ln>
                <a:solidFill>
                  <a:srgbClr val="FA6E6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9CFB05A-C74D-57F4-A5DA-98B2420FBE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3621" y="1388113"/>
                <a:ext cx="0" cy="1164431"/>
              </a:xfrm>
              <a:prstGeom prst="line">
                <a:avLst/>
              </a:prstGeom>
              <a:ln>
                <a:solidFill>
                  <a:srgbClr val="FCAAA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55" name="Object 54">
              <a:extLst>
                <a:ext uri="{FF2B5EF4-FFF2-40B4-BE49-F238E27FC236}">
                  <a16:creationId xmlns:a16="http://schemas.microsoft.com/office/drawing/2014/main" id="{D51801DB-B21B-AA55-5C52-A25E688C7F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9884577"/>
                </p:ext>
              </p:extLst>
            </p:nvPr>
          </p:nvGraphicFramePr>
          <p:xfrm>
            <a:off x="7160635" y="1226987"/>
            <a:ext cx="3683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139680" progId="Equation.DSMT4">
                    <p:embed/>
                  </p:oleObj>
                </mc:Choice>
                <mc:Fallback>
                  <p:oleObj name="Equation" r:id="rId6" imgW="152280" imgH="139680" progId="Equation.DSMT4">
                    <p:embed/>
                    <p:pic>
                      <p:nvPicPr>
                        <p:cNvPr id="16" name="Object 15">
                          <a:extLst>
                            <a:ext uri="{FF2B5EF4-FFF2-40B4-BE49-F238E27FC236}">
                              <a16:creationId xmlns:a16="http://schemas.microsoft.com/office/drawing/2014/main" id="{4A0E858B-6B69-650B-4665-DFA0BBAF63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160635" y="1226987"/>
                          <a:ext cx="368300" cy="3381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C9AD1A5-DD98-5093-36A6-612520BE8DBA}"/>
              </a:ext>
            </a:extLst>
          </p:cNvPr>
          <p:cNvGrpSpPr/>
          <p:nvPr/>
        </p:nvGrpSpPr>
        <p:grpSpPr>
          <a:xfrm>
            <a:off x="10488516" y="1735352"/>
            <a:ext cx="1424022" cy="461184"/>
            <a:chOff x="9311720" y="1735352"/>
            <a:chExt cx="1424022" cy="46118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FBB727A-1179-4904-4859-C41B36CEBC56}"/>
                </a:ext>
              </a:extLst>
            </p:cNvPr>
            <p:cNvCxnSpPr/>
            <p:nvPr/>
          </p:nvCxnSpPr>
          <p:spPr>
            <a:xfrm flipV="1">
              <a:off x="9665789" y="1743984"/>
              <a:ext cx="962841" cy="3"/>
            </a:xfrm>
            <a:prstGeom prst="line">
              <a:avLst/>
            </a:prstGeom>
            <a:ln>
              <a:solidFill>
                <a:srgbClr val="E9AD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CB6F338-6D75-7D77-DDBD-5366B7FC4A6B}"/>
                </a:ext>
              </a:extLst>
            </p:cNvPr>
            <p:cNvCxnSpPr>
              <a:cxnSpLocks/>
              <a:stCxn id="43" idx="2"/>
              <a:endCxn id="48" idx="2"/>
            </p:cNvCxnSpPr>
            <p:nvPr/>
          </p:nvCxnSpPr>
          <p:spPr>
            <a:xfrm flipV="1">
              <a:off x="9665789" y="2160686"/>
              <a:ext cx="962841" cy="3"/>
            </a:xfrm>
            <a:prstGeom prst="line">
              <a:avLst/>
            </a:prstGeom>
            <a:ln>
              <a:solidFill>
                <a:srgbClr val="D86E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76911CE-5007-6EE1-7BB3-1144C185AAC6}"/>
                </a:ext>
              </a:extLst>
            </p:cNvPr>
            <p:cNvGrpSpPr/>
            <p:nvPr/>
          </p:nvGrpSpPr>
          <p:grpSpPr>
            <a:xfrm>
              <a:off x="9311720" y="1735352"/>
              <a:ext cx="1424022" cy="461184"/>
              <a:chOff x="9294062" y="3198406"/>
              <a:chExt cx="1424022" cy="461184"/>
            </a:xfrm>
          </p:grpSpPr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30624E85-2834-C9B6-1970-A12A7B4D29FD}"/>
                  </a:ext>
                </a:extLst>
              </p:cNvPr>
              <p:cNvSpPr/>
              <p:nvPr/>
            </p:nvSpPr>
            <p:spPr>
              <a:xfrm rot="18000000">
                <a:off x="9294062" y="3198409"/>
                <a:ext cx="461181" cy="461181"/>
              </a:xfrm>
              <a:prstGeom prst="arc">
                <a:avLst>
                  <a:gd name="adj1" fmla="val 19842931"/>
                  <a:gd name="adj2" fmla="val 7057369"/>
                </a:avLst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1BB77A9B-4291-E884-6A78-5045F90BCD7C}"/>
                  </a:ext>
                </a:extLst>
              </p:cNvPr>
              <p:cNvSpPr/>
              <p:nvPr/>
            </p:nvSpPr>
            <p:spPr>
              <a:xfrm rot="18000000">
                <a:off x="9490945" y="3198408"/>
                <a:ext cx="461181" cy="461181"/>
              </a:xfrm>
              <a:prstGeom prst="arc">
                <a:avLst>
                  <a:gd name="adj1" fmla="val 19842931"/>
                  <a:gd name="adj2" fmla="val 7057369"/>
                </a:avLst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6A79AB2B-9F4D-20CA-CC48-60C729BCEB6D}"/>
                  </a:ext>
                </a:extLst>
              </p:cNvPr>
              <p:cNvSpPr/>
              <p:nvPr/>
            </p:nvSpPr>
            <p:spPr>
              <a:xfrm rot="18000000">
                <a:off x="9687828" y="3198407"/>
                <a:ext cx="461181" cy="461181"/>
              </a:xfrm>
              <a:prstGeom prst="arc">
                <a:avLst>
                  <a:gd name="adj1" fmla="val 19842931"/>
                  <a:gd name="adj2" fmla="val 7057369"/>
                </a:avLst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84FC42EF-3CF2-4254-A282-FEAB83B7A7DF}"/>
                  </a:ext>
                </a:extLst>
              </p:cNvPr>
              <p:cNvSpPr/>
              <p:nvPr/>
            </p:nvSpPr>
            <p:spPr>
              <a:xfrm rot="18000000">
                <a:off x="9884711" y="3198406"/>
                <a:ext cx="461181" cy="461181"/>
              </a:xfrm>
              <a:prstGeom prst="arc">
                <a:avLst>
                  <a:gd name="adj1" fmla="val 19842931"/>
                  <a:gd name="adj2" fmla="val 7057369"/>
                </a:avLst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Arc 46">
                <a:extLst>
                  <a:ext uri="{FF2B5EF4-FFF2-40B4-BE49-F238E27FC236}">
                    <a16:creationId xmlns:a16="http://schemas.microsoft.com/office/drawing/2014/main" id="{51D3CE71-57AA-0255-6ECF-FB7EB9618DDB}"/>
                  </a:ext>
                </a:extLst>
              </p:cNvPr>
              <p:cNvSpPr/>
              <p:nvPr/>
            </p:nvSpPr>
            <p:spPr>
              <a:xfrm rot="18000000">
                <a:off x="10070807" y="3198406"/>
                <a:ext cx="461181" cy="461181"/>
              </a:xfrm>
              <a:prstGeom prst="arc">
                <a:avLst>
                  <a:gd name="adj1" fmla="val 19842931"/>
                  <a:gd name="adj2" fmla="val 7057369"/>
                </a:avLst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9A5A0E87-B0B7-D4DC-74FC-12C82BBA6E52}"/>
                  </a:ext>
                </a:extLst>
              </p:cNvPr>
              <p:cNvSpPr/>
              <p:nvPr/>
            </p:nvSpPr>
            <p:spPr>
              <a:xfrm rot="18000000">
                <a:off x="10256903" y="3198406"/>
                <a:ext cx="461181" cy="461181"/>
              </a:xfrm>
              <a:prstGeom prst="arc">
                <a:avLst>
                  <a:gd name="adj1" fmla="val 19842931"/>
                  <a:gd name="adj2" fmla="val 7057369"/>
                </a:avLst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1EFDE7A6-1221-4FD6-5CDD-29D09582A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077437"/>
              </p:ext>
            </p:extLst>
          </p:nvPr>
        </p:nvGraphicFramePr>
        <p:xfrm>
          <a:off x="11190425" y="1381553"/>
          <a:ext cx="3984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139680" progId="Equation.DSMT4">
                  <p:embed/>
                </p:oleObj>
              </mc:Choice>
              <mc:Fallback>
                <p:oleObj name="Equation" r:id="rId8" imgW="164880" imgH="13968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D51801DB-B21B-AA55-5C52-A25E688C7F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190425" y="1381553"/>
                        <a:ext cx="398462" cy="33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" name="Group 79">
            <a:extLst>
              <a:ext uri="{FF2B5EF4-FFF2-40B4-BE49-F238E27FC236}">
                <a16:creationId xmlns:a16="http://schemas.microsoft.com/office/drawing/2014/main" id="{38AC43AD-7629-7535-8360-095F5A952E05}"/>
              </a:ext>
            </a:extLst>
          </p:cNvPr>
          <p:cNvGrpSpPr/>
          <p:nvPr/>
        </p:nvGrpSpPr>
        <p:grpSpPr>
          <a:xfrm>
            <a:off x="7072848" y="2618662"/>
            <a:ext cx="1519934" cy="1258527"/>
            <a:chOff x="8607756" y="3766055"/>
            <a:chExt cx="1519936" cy="1258527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0F958FA-8F80-D2A4-ECE5-3C8BB0EE5FD6}"/>
                </a:ext>
              </a:extLst>
            </p:cNvPr>
            <p:cNvGrpSpPr/>
            <p:nvPr/>
          </p:nvGrpSpPr>
          <p:grpSpPr>
            <a:xfrm>
              <a:off x="8607756" y="3768436"/>
              <a:ext cx="1519936" cy="1256146"/>
              <a:chOff x="8607755" y="3768436"/>
              <a:chExt cx="1519936" cy="1256146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792C1D6-485C-5067-EE89-69B573849CDF}"/>
                  </a:ext>
                </a:extLst>
              </p:cNvPr>
              <p:cNvCxnSpPr/>
              <p:nvPr/>
            </p:nvCxnSpPr>
            <p:spPr>
              <a:xfrm>
                <a:off x="9367723" y="3768436"/>
                <a:ext cx="0" cy="1256146"/>
              </a:xfrm>
              <a:prstGeom prst="line">
                <a:avLst/>
              </a:prstGeom>
              <a:ln w="0">
                <a:solidFill>
                  <a:srgbClr val="55C75A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B8B14F0-DA73-D110-EF56-6A1DB5AD36C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67723" y="3768436"/>
                <a:ext cx="0" cy="1256146"/>
              </a:xfrm>
              <a:prstGeom prst="line">
                <a:avLst/>
              </a:prstGeom>
              <a:ln w="0">
                <a:solidFill>
                  <a:srgbClr val="55C75A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E46141F-71F5-8F1E-04EA-BB5F3A44C212}"/>
                </a:ext>
              </a:extLst>
            </p:cNvPr>
            <p:cNvGrpSpPr/>
            <p:nvPr/>
          </p:nvGrpSpPr>
          <p:grpSpPr>
            <a:xfrm rot="1800000">
              <a:off x="8739394" y="3766055"/>
              <a:ext cx="1256146" cy="1256146"/>
              <a:chOff x="8739650" y="3768436"/>
              <a:chExt cx="1256146" cy="1256146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79C724C1-701C-2982-0CB5-FB7B6E9A41F1}"/>
                  </a:ext>
                </a:extLst>
              </p:cNvPr>
              <p:cNvCxnSpPr/>
              <p:nvPr/>
            </p:nvCxnSpPr>
            <p:spPr>
              <a:xfrm>
                <a:off x="9367723" y="3768436"/>
                <a:ext cx="0" cy="1256146"/>
              </a:xfrm>
              <a:prstGeom prst="line">
                <a:avLst/>
              </a:prstGeom>
              <a:ln w="0">
                <a:solidFill>
                  <a:srgbClr val="55C75A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DF444827-4654-1382-F12B-2DD7E85E1F3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67723" y="3768436"/>
                <a:ext cx="0" cy="1256146"/>
              </a:xfrm>
              <a:prstGeom prst="line">
                <a:avLst/>
              </a:prstGeom>
              <a:ln w="0">
                <a:solidFill>
                  <a:srgbClr val="55C75A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1342B4D-65E3-3631-19CC-417C3641C07D}"/>
                </a:ext>
              </a:extLst>
            </p:cNvPr>
            <p:cNvGrpSpPr/>
            <p:nvPr/>
          </p:nvGrpSpPr>
          <p:grpSpPr>
            <a:xfrm rot="3600000">
              <a:off x="8739393" y="3766055"/>
              <a:ext cx="1256146" cy="1256146"/>
              <a:chOff x="8739650" y="3768436"/>
              <a:chExt cx="1256146" cy="1256146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B3D0B2C3-CB41-6ACB-F736-1E368552A5C0}"/>
                  </a:ext>
                </a:extLst>
              </p:cNvPr>
              <p:cNvCxnSpPr/>
              <p:nvPr/>
            </p:nvCxnSpPr>
            <p:spPr>
              <a:xfrm>
                <a:off x="9367723" y="3768436"/>
                <a:ext cx="0" cy="1256146"/>
              </a:xfrm>
              <a:prstGeom prst="line">
                <a:avLst/>
              </a:prstGeom>
              <a:ln w="0">
                <a:solidFill>
                  <a:srgbClr val="55C75A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4B8F6942-0BF3-E7A5-507E-67DC3220CC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67723" y="3768436"/>
                <a:ext cx="0" cy="1256146"/>
              </a:xfrm>
              <a:prstGeom prst="line">
                <a:avLst/>
              </a:prstGeom>
              <a:ln w="0">
                <a:solidFill>
                  <a:srgbClr val="55C75A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D99B3F3-3CB4-DC59-9AF0-39C975DDB61A}"/>
              </a:ext>
            </a:extLst>
          </p:cNvPr>
          <p:cNvCxnSpPr>
            <a:cxnSpLocks/>
          </p:cNvCxnSpPr>
          <p:nvPr/>
        </p:nvCxnSpPr>
        <p:spPr>
          <a:xfrm flipH="1" flipV="1">
            <a:off x="7261648" y="2916982"/>
            <a:ext cx="573720" cy="327784"/>
          </a:xfrm>
          <a:prstGeom prst="straightConnector1">
            <a:avLst/>
          </a:prstGeom>
          <a:ln w="5080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6D471FA5-985D-E65D-699A-EFED1B823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754843"/>
              </p:ext>
            </p:extLst>
          </p:nvPr>
        </p:nvGraphicFramePr>
        <p:xfrm>
          <a:off x="6917379" y="2653616"/>
          <a:ext cx="428931" cy="426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164880" progId="Equation.DSMT4">
                  <p:embed/>
                </p:oleObj>
              </mc:Choice>
              <mc:Fallback>
                <p:oleObj name="Equation" r:id="rId10" imgW="1648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17379" y="2653616"/>
                        <a:ext cx="428931" cy="426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5EFB4EBA-EC55-EAF7-2D3C-553F684AD1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866786"/>
              </p:ext>
            </p:extLst>
          </p:nvPr>
        </p:nvGraphicFramePr>
        <p:xfrm>
          <a:off x="8456217" y="3156207"/>
          <a:ext cx="177117" cy="177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177480" progId="Equation.DSMT4">
                  <p:embed/>
                </p:oleObj>
              </mc:Choice>
              <mc:Fallback>
                <p:oleObj name="Equation" r:id="rId12" imgW="1774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456217" y="3156207"/>
                        <a:ext cx="177117" cy="17711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73DD41D7-0E32-BA9B-1E8B-8AB30AD8D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771660"/>
              </p:ext>
            </p:extLst>
          </p:nvPr>
        </p:nvGraphicFramePr>
        <p:xfrm>
          <a:off x="8373486" y="2821303"/>
          <a:ext cx="253212" cy="177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00" imgH="177480" progId="Equation.DSMT4">
                  <p:embed/>
                </p:oleObj>
              </mc:Choice>
              <mc:Fallback>
                <p:oleObj name="Equation" r:id="rId14" imgW="253800" imgH="177480" progId="Equation.DSMT4">
                  <p:embed/>
                  <p:pic>
                    <p:nvPicPr>
                      <p:cNvPr id="92" name="Object 91">
                        <a:extLst>
                          <a:ext uri="{FF2B5EF4-FFF2-40B4-BE49-F238E27FC236}">
                            <a16:creationId xmlns:a16="http://schemas.microsoft.com/office/drawing/2014/main" id="{5EFB4EBA-EC55-EAF7-2D3C-553F684AD1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373486" y="2821303"/>
                        <a:ext cx="253212" cy="1771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55A58557-A6F3-F338-1D87-DB6DC94625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69731"/>
              </p:ext>
            </p:extLst>
          </p:nvPr>
        </p:nvGraphicFramePr>
        <p:xfrm>
          <a:off x="8090891" y="2571064"/>
          <a:ext cx="253212" cy="177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3800" imgH="177480" progId="Equation.DSMT4">
                  <p:embed/>
                </p:oleObj>
              </mc:Choice>
              <mc:Fallback>
                <p:oleObj name="Equation" r:id="rId16" imgW="253800" imgH="177480" progId="Equation.DSMT4">
                  <p:embed/>
                  <p:pic>
                    <p:nvPicPr>
                      <p:cNvPr id="102" name="Object 101">
                        <a:extLst>
                          <a:ext uri="{FF2B5EF4-FFF2-40B4-BE49-F238E27FC236}">
                            <a16:creationId xmlns:a16="http://schemas.microsoft.com/office/drawing/2014/main" id="{73DD41D7-0E32-BA9B-1E8B-8AB30AD8D2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90891" y="2571064"/>
                        <a:ext cx="253212" cy="1771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D8E81C7A-6A72-C54C-E43A-8213C02B4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588424"/>
              </p:ext>
            </p:extLst>
          </p:nvPr>
        </p:nvGraphicFramePr>
        <p:xfrm>
          <a:off x="7739087" y="2500881"/>
          <a:ext cx="253212" cy="177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00" imgH="177480" progId="Equation.DSMT4">
                  <p:embed/>
                </p:oleObj>
              </mc:Choice>
              <mc:Fallback>
                <p:oleObj name="Equation" r:id="rId18" imgW="253800" imgH="177480" progId="Equation.DSMT4">
                  <p:embed/>
                  <p:pic>
                    <p:nvPicPr>
                      <p:cNvPr id="103" name="Object 102">
                        <a:extLst>
                          <a:ext uri="{FF2B5EF4-FFF2-40B4-BE49-F238E27FC236}">
                            <a16:creationId xmlns:a16="http://schemas.microsoft.com/office/drawing/2014/main" id="{55A58557-A6F3-F338-1D87-DB6DC9462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739087" y="2500881"/>
                        <a:ext cx="253212" cy="1771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AF76629-FB72-6AD8-D695-D82A0A2C7A00}"/>
              </a:ext>
            </a:extLst>
          </p:cNvPr>
          <p:cNvGrpSpPr/>
          <p:nvPr/>
        </p:nvGrpSpPr>
        <p:grpSpPr>
          <a:xfrm>
            <a:off x="9096283" y="2549525"/>
            <a:ext cx="1967005" cy="943551"/>
            <a:chOff x="9814904" y="2792331"/>
            <a:chExt cx="1967005" cy="943551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C37D067-EB24-A145-9A41-73BCFAD621CF}"/>
                </a:ext>
              </a:extLst>
            </p:cNvPr>
            <p:cNvSpPr/>
            <p:nvPr/>
          </p:nvSpPr>
          <p:spPr>
            <a:xfrm>
              <a:off x="10732250" y="3082866"/>
              <a:ext cx="662500" cy="653016"/>
            </a:xfrm>
            <a:prstGeom prst="ellipse">
              <a:avLst/>
            </a:prstGeom>
            <a:noFill/>
            <a:ln w="63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6E5F890-B9FE-1E6A-1268-C6E26EACED29}"/>
                </a:ext>
              </a:extLst>
            </p:cNvPr>
            <p:cNvSpPr/>
            <p:nvPr/>
          </p:nvSpPr>
          <p:spPr>
            <a:xfrm>
              <a:off x="9814904" y="3082866"/>
              <a:ext cx="662500" cy="653016"/>
            </a:xfrm>
            <a:prstGeom prst="ellipse">
              <a:avLst/>
            </a:prstGeom>
            <a:noFill/>
            <a:ln w="6350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60A5B804-3455-01CF-2123-DECC6D96F0E6}"/>
                </a:ext>
              </a:extLst>
            </p:cNvPr>
            <p:cNvSpPr/>
            <p:nvPr/>
          </p:nvSpPr>
          <p:spPr>
            <a:xfrm rot="900000">
              <a:off x="9830195" y="3106634"/>
              <a:ext cx="630421" cy="608778"/>
            </a:xfrm>
            <a:prstGeom prst="arc">
              <a:avLst>
                <a:gd name="adj1" fmla="val 13855814"/>
                <a:gd name="adj2" fmla="val 6987757"/>
              </a:avLst>
            </a:prstGeom>
            <a:ln w="50800">
              <a:solidFill>
                <a:srgbClr val="FF01F3"/>
              </a:solidFill>
              <a:headEnd type="stealth" w="med" len="med"/>
              <a:tailEnd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5BDFB770-D8A3-37B3-3B20-32984E571040}"/>
                </a:ext>
              </a:extLst>
            </p:cNvPr>
            <p:cNvSpPr/>
            <p:nvPr/>
          </p:nvSpPr>
          <p:spPr>
            <a:xfrm rot="10800000" flipV="1">
              <a:off x="10751583" y="3106634"/>
              <a:ext cx="630421" cy="608778"/>
            </a:xfrm>
            <a:prstGeom prst="arc">
              <a:avLst>
                <a:gd name="adj1" fmla="val 13855814"/>
                <a:gd name="adj2" fmla="val 6987757"/>
              </a:avLst>
            </a:prstGeom>
            <a:ln w="50800">
              <a:solidFill>
                <a:srgbClr val="FF01F3"/>
              </a:solidFill>
              <a:headEnd type="stealth" w="med" len="med"/>
              <a:tailEnd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98" name="Object 97">
              <a:extLst>
                <a:ext uri="{FF2B5EF4-FFF2-40B4-BE49-F238E27FC236}">
                  <a16:creationId xmlns:a16="http://schemas.microsoft.com/office/drawing/2014/main" id="{6E339716-823A-424B-CF10-50641E4D2A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89778"/>
                </p:ext>
              </p:extLst>
            </p:nvPr>
          </p:nvGraphicFramePr>
          <p:xfrm>
            <a:off x="11289784" y="2792331"/>
            <a:ext cx="4921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92252" imgH="399452" progId="Equation.DSMT4">
                    <p:embed/>
                  </p:oleObj>
                </mc:Choice>
                <mc:Fallback>
                  <p:oleObj name="Equation" r:id="rId20" imgW="492252" imgH="399452" progId="Equation.DSMT4">
                    <p:embed/>
                    <p:pic>
                      <p:nvPicPr>
                        <p:cNvPr id="92" name="Object 91">
                          <a:extLst>
                            <a:ext uri="{FF2B5EF4-FFF2-40B4-BE49-F238E27FC236}">
                              <a16:creationId xmlns:a16="http://schemas.microsoft.com/office/drawing/2014/main" id="{5EFB4EBA-EC55-EAF7-2D3C-553F684AD1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1289784" y="2792331"/>
                          <a:ext cx="4921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" name="Object 99">
              <a:extLst>
                <a:ext uri="{FF2B5EF4-FFF2-40B4-BE49-F238E27FC236}">
                  <a16:creationId xmlns:a16="http://schemas.microsoft.com/office/drawing/2014/main" id="{28760D4F-441A-55D6-18E4-FCCC8DEBFF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7784079"/>
                </p:ext>
              </p:extLst>
            </p:nvPr>
          </p:nvGraphicFramePr>
          <p:xfrm>
            <a:off x="10894401" y="3312343"/>
            <a:ext cx="354012" cy="214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91960" imgH="177480" progId="Equation.DSMT4">
                    <p:embed/>
                  </p:oleObj>
                </mc:Choice>
                <mc:Fallback>
                  <p:oleObj name="Equation" r:id="rId22" imgW="291960" imgH="177480" progId="Equation.DSMT4">
                    <p:embed/>
                    <p:pic>
                      <p:nvPicPr>
                        <p:cNvPr id="92" name="Object 91">
                          <a:extLst>
                            <a:ext uri="{FF2B5EF4-FFF2-40B4-BE49-F238E27FC236}">
                              <a16:creationId xmlns:a16="http://schemas.microsoft.com/office/drawing/2014/main" id="{5EFB4EBA-EC55-EAF7-2D3C-553F684AD1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0894401" y="3312343"/>
                          <a:ext cx="354012" cy="214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Object 104">
              <a:extLst>
                <a:ext uri="{FF2B5EF4-FFF2-40B4-BE49-F238E27FC236}">
                  <a16:creationId xmlns:a16="http://schemas.microsoft.com/office/drawing/2014/main" id="{E354723F-4D57-87BD-2C75-0C4A5BFA76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627436"/>
                </p:ext>
              </p:extLst>
            </p:nvPr>
          </p:nvGraphicFramePr>
          <p:xfrm>
            <a:off x="9908563" y="3312343"/>
            <a:ext cx="476250" cy="214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93480" imgH="177480" progId="Equation.DSMT4">
                    <p:embed/>
                  </p:oleObj>
                </mc:Choice>
                <mc:Fallback>
                  <p:oleObj name="Equation" r:id="rId24" imgW="393480" imgH="177480" progId="Equation.DSMT4">
                    <p:embed/>
                    <p:pic>
                      <p:nvPicPr>
                        <p:cNvPr id="100" name="Object 99">
                          <a:extLst>
                            <a:ext uri="{FF2B5EF4-FFF2-40B4-BE49-F238E27FC236}">
                              <a16:creationId xmlns:a16="http://schemas.microsoft.com/office/drawing/2014/main" id="{28760D4F-441A-55D6-18E4-FCCC8DEBFF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9908563" y="3312343"/>
                          <a:ext cx="476250" cy="214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83B9D62-A445-59B1-A7BD-E9BF7377C1B6}"/>
              </a:ext>
            </a:extLst>
          </p:cNvPr>
          <p:cNvGrpSpPr/>
          <p:nvPr/>
        </p:nvGrpSpPr>
        <p:grpSpPr>
          <a:xfrm>
            <a:off x="7721437" y="4215519"/>
            <a:ext cx="689649" cy="458821"/>
            <a:chOff x="6733279" y="4772649"/>
            <a:chExt cx="834475" cy="555173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87C201B-395D-1DC2-B7DC-03DC8BB43D3C}"/>
                </a:ext>
              </a:extLst>
            </p:cNvPr>
            <p:cNvGrpSpPr/>
            <p:nvPr/>
          </p:nvGrpSpPr>
          <p:grpSpPr>
            <a:xfrm>
              <a:off x="6733279" y="4772649"/>
              <a:ext cx="834475" cy="555173"/>
              <a:chOff x="7415392" y="4980413"/>
              <a:chExt cx="1478321" cy="983525"/>
            </a:xfrm>
          </p:grpSpPr>
          <p:sp>
            <p:nvSpPr>
              <p:cNvPr id="133" name="Isosceles Triangle 132">
                <a:extLst>
                  <a:ext uri="{FF2B5EF4-FFF2-40B4-BE49-F238E27FC236}">
                    <a16:creationId xmlns:a16="http://schemas.microsoft.com/office/drawing/2014/main" id="{6899A2DE-34CD-091E-65EB-D37F64B304F4}"/>
                  </a:ext>
                </a:extLst>
              </p:cNvPr>
              <p:cNvSpPr/>
              <p:nvPr/>
            </p:nvSpPr>
            <p:spPr>
              <a:xfrm>
                <a:off x="7707399" y="4980413"/>
                <a:ext cx="905226" cy="751200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B08B7DE7-411B-918B-A21D-D71963675E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5392" y="5963938"/>
                <a:ext cx="147832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1A95C64-4617-33BD-F762-3793D56780A7}"/>
                </a:ext>
              </a:extLst>
            </p:cNvPr>
            <p:cNvSpPr/>
            <p:nvPr/>
          </p:nvSpPr>
          <p:spPr>
            <a:xfrm>
              <a:off x="7088721" y="5201444"/>
              <a:ext cx="123588" cy="12358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C294692-8438-8E11-7145-B7D9B5F2FA78}"/>
              </a:ext>
            </a:extLst>
          </p:cNvPr>
          <p:cNvGrpSpPr/>
          <p:nvPr/>
        </p:nvGrpSpPr>
        <p:grpSpPr>
          <a:xfrm>
            <a:off x="6521756" y="4245550"/>
            <a:ext cx="759884" cy="485205"/>
            <a:chOff x="5460153" y="4750259"/>
            <a:chExt cx="835872" cy="533725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22B8182-FDC5-B78B-A443-3F43D3D77C2F}"/>
                </a:ext>
              </a:extLst>
            </p:cNvPr>
            <p:cNvGrpSpPr/>
            <p:nvPr/>
          </p:nvGrpSpPr>
          <p:grpSpPr>
            <a:xfrm rot="10800000">
              <a:off x="5460153" y="4859952"/>
              <a:ext cx="834475" cy="424032"/>
              <a:chOff x="7415392" y="4980413"/>
              <a:chExt cx="1478321" cy="751200"/>
            </a:xfrm>
          </p:grpSpPr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E50A5F5E-250F-FE3D-2EA4-6ECD1BB793F7}"/>
                  </a:ext>
                </a:extLst>
              </p:cNvPr>
              <p:cNvSpPr/>
              <p:nvPr/>
            </p:nvSpPr>
            <p:spPr>
              <a:xfrm>
                <a:off x="7707399" y="4980413"/>
                <a:ext cx="905226" cy="751200"/>
              </a:xfrm>
              <a:prstGeom prst="triangle">
                <a:avLst/>
              </a:prstGeom>
              <a:solidFill>
                <a:srgbClr val="FAD98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1F9903C7-FBDF-E3F1-137C-FD4845C85AC6}"/>
                  </a:ext>
                </a:extLst>
              </p:cNvPr>
              <p:cNvCxnSpPr/>
              <p:nvPr/>
            </p:nvCxnSpPr>
            <p:spPr>
              <a:xfrm>
                <a:off x="7415392" y="5727700"/>
                <a:ext cx="147832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D26909A-22A7-AAF4-D5BB-2167AFF4C7B2}"/>
                </a:ext>
              </a:extLst>
            </p:cNvPr>
            <p:cNvSpPr/>
            <p:nvPr/>
          </p:nvSpPr>
          <p:spPr>
            <a:xfrm>
              <a:off x="5462587" y="4750259"/>
              <a:ext cx="833438" cy="105121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498985C-1C37-8DDA-5ECD-28E43A4FC596}"/>
              </a:ext>
            </a:extLst>
          </p:cNvPr>
          <p:cNvSpPr/>
          <p:nvPr/>
        </p:nvSpPr>
        <p:spPr>
          <a:xfrm>
            <a:off x="7721435" y="4688628"/>
            <a:ext cx="689650" cy="95565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DEC386BF-0B38-BE6C-61AF-028E55DE061D}"/>
              </a:ext>
            </a:extLst>
          </p:cNvPr>
          <p:cNvGrpSpPr/>
          <p:nvPr/>
        </p:nvGrpSpPr>
        <p:grpSpPr>
          <a:xfrm rot="18900000">
            <a:off x="8978746" y="4072095"/>
            <a:ext cx="571357" cy="674656"/>
            <a:chOff x="7991001" y="4640813"/>
            <a:chExt cx="628493" cy="742122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A76A2B13-216F-0CB6-1B2D-BCD969ADDA7D}"/>
                </a:ext>
              </a:extLst>
            </p:cNvPr>
            <p:cNvGrpSpPr/>
            <p:nvPr/>
          </p:nvGrpSpPr>
          <p:grpSpPr>
            <a:xfrm rot="5400000">
              <a:off x="7991829" y="4754248"/>
              <a:ext cx="741099" cy="514230"/>
              <a:chOff x="6752544" y="4772649"/>
              <a:chExt cx="815209" cy="565653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CD70A98B-9FB7-A809-59FF-93F823B3068E}"/>
                  </a:ext>
                </a:extLst>
              </p:cNvPr>
              <p:cNvGrpSpPr/>
              <p:nvPr/>
            </p:nvGrpSpPr>
            <p:grpSpPr>
              <a:xfrm>
                <a:off x="6752544" y="4772649"/>
                <a:ext cx="815209" cy="565653"/>
                <a:chOff x="7449523" y="4980413"/>
                <a:chExt cx="1444191" cy="1002091"/>
              </a:xfrm>
            </p:grpSpPr>
            <p:sp>
              <p:nvSpPr>
                <p:cNvPr id="142" name="Isosceles Triangle 141">
                  <a:extLst>
                    <a:ext uri="{FF2B5EF4-FFF2-40B4-BE49-F238E27FC236}">
                      <a16:creationId xmlns:a16="http://schemas.microsoft.com/office/drawing/2014/main" id="{D2025162-CEBA-6781-F9DB-82BEDA230A44}"/>
                    </a:ext>
                  </a:extLst>
                </p:cNvPr>
                <p:cNvSpPr/>
                <p:nvPr/>
              </p:nvSpPr>
              <p:spPr>
                <a:xfrm>
                  <a:off x="7707399" y="4980413"/>
                  <a:ext cx="905226" cy="751200"/>
                </a:xfrm>
                <a:prstGeom prst="triangl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28EB973D-7918-951F-752B-0E474B2D70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8171619" y="5260408"/>
                  <a:ext cx="0" cy="144419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73F3EF29-278A-1998-5615-20A5CFD45B0D}"/>
                  </a:ext>
                </a:extLst>
              </p:cNvPr>
              <p:cNvSpPr/>
              <p:nvPr/>
            </p:nvSpPr>
            <p:spPr>
              <a:xfrm>
                <a:off x="7088721" y="5201444"/>
                <a:ext cx="123588" cy="1235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D6C0AE24-2382-DD25-962E-2E4705170E02}"/>
                </a:ext>
              </a:extLst>
            </p:cNvPr>
            <p:cNvSpPr/>
            <p:nvPr/>
          </p:nvSpPr>
          <p:spPr>
            <a:xfrm rot="16200000">
              <a:off x="7673012" y="4959824"/>
              <a:ext cx="741100" cy="105121"/>
            </a:xfrm>
            <a:prstGeom prst="rect">
              <a:avLst/>
            </a:prstGeom>
            <a:pattFill prst="narHorz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D41AB5E-8093-60F2-EA06-60BBC6319DFF}"/>
              </a:ext>
            </a:extLst>
          </p:cNvPr>
          <p:cNvGrpSpPr/>
          <p:nvPr/>
        </p:nvGrpSpPr>
        <p:grpSpPr>
          <a:xfrm>
            <a:off x="10138297" y="4116023"/>
            <a:ext cx="175272" cy="684289"/>
            <a:chOff x="9429756" y="4640813"/>
            <a:chExt cx="192799" cy="752718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C2C6002-ECB0-0FD8-666B-24079348833C}"/>
                </a:ext>
              </a:extLst>
            </p:cNvPr>
            <p:cNvSpPr/>
            <p:nvPr/>
          </p:nvSpPr>
          <p:spPr>
            <a:xfrm rot="16200000">
              <a:off x="9145224" y="4925345"/>
              <a:ext cx="752717" cy="183654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265633A-1A84-25A7-75E2-1C4102C8EED6}"/>
                </a:ext>
              </a:extLst>
            </p:cNvPr>
            <p:cNvCxnSpPr>
              <a:cxnSpLocks/>
            </p:cNvCxnSpPr>
            <p:nvPr/>
          </p:nvCxnSpPr>
          <p:spPr>
            <a:xfrm>
              <a:off x="9622555" y="4640814"/>
              <a:ext cx="0" cy="7527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65" name="Object 164">
            <a:extLst>
              <a:ext uri="{FF2B5EF4-FFF2-40B4-BE49-F238E27FC236}">
                <a16:creationId xmlns:a16="http://schemas.microsoft.com/office/drawing/2014/main" id="{CD323099-DAF1-FE34-B363-AEF87D1EB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394709"/>
              </p:ext>
            </p:extLst>
          </p:nvPr>
        </p:nvGraphicFramePr>
        <p:xfrm>
          <a:off x="6782806" y="4047836"/>
          <a:ext cx="230909" cy="150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3800" imgH="164880" progId="Equation.DSMT4">
                  <p:embed/>
                </p:oleObj>
              </mc:Choice>
              <mc:Fallback>
                <p:oleObj name="Equation" r:id="rId26" imgW="2538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782806" y="4047836"/>
                        <a:ext cx="230909" cy="150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165">
            <a:extLst>
              <a:ext uri="{FF2B5EF4-FFF2-40B4-BE49-F238E27FC236}">
                <a16:creationId xmlns:a16="http://schemas.microsoft.com/office/drawing/2014/main" id="{9BBE5275-D466-2E7D-502A-BDFD52AC6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532134"/>
              </p:ext>
            </p:extLst>
          </p:nvPr>
        </p:nvGraphicFramePr>
        <p:xfrm>
          <a:off x="8372513" y="4026421"/>
          <a:ext cx="461818" cy="161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07960" imgH="177480" progId="Equation.DSMT4">
                  <p:embed/>
                </p:oleObj>
              </mc:Choice>
              <mc:Fallback>
                <p:oleObj name="Equation" r:id="rId28" imgW="507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372513" y="4026421"/>
                        <a:ext cx="461818" cy="161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Object 166">
            <a:extLst>
              <a:ext uri="{FF2B5EF4-FFF2-40B4-BE49-F238E27FC236}">
                <a16:creationId xmlns:a16="http://schemas.microsoft.com/office/drawing/2014/main" id="{70904297-123D-E952-63CD-3E5D54192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669957"/>
              </p:ext>
            </p:extLst>
          </p:nvPr>
        </p:nvGraphicFramePr>
        <p:xfrm>
          <a:off x="9900379" y="3930652"/>
          <a:ext cx="889000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977760" imgH="203040" progId="Equation.DSMT4">
                  <p:embed/>
                </p:oleObj>
              </mc:Choice>
              <mc:Fallback>
                <p:oleObj name="Equation" r:id="rId30" imgW="977760" imgH="203040" progId="Equation.DSMT4">
                  <p:embed/>
                  <p:pic>
                    <p:nvPicPr>
                      <p:cNvPr id="166" name="Object 165">
                        <a:extLst>
                          <a:ext uri="{FF2B5EF4-FFF2-40B4-BE49-F238E27FC236}">
                            <a16:creationId xmlns:a16="http://schemas.microsoft.com/office/drawing/2014/main" id="{9BBE5275-D466-2E7D-502A-BDFD52AC61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900379" y="3930652"/>
                        <a:ext cx="889000" cy="185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1" name="Picture 200">
            <a:extLst>
              <a:ext uri="{FF2B5EF4-FFF2-40B4-BE49-F238E27FC236}">
                <a16:creationId xmlns:a16="http://schemas.microsoft.com/office/drawing/2014/main" id="{57923824-6D11-667F-DDE4-C12555752DC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8383" t="15695" r="16215" b="26713"/>
          <a:stretch>
            <a:fillRect/>
          </a:stretch>
        </p:blipFill>
        <p:spPr>
          <a:xfrm>
            <a:off x="5039868" y="5027030"/>
            <a:ext cx="3106726" cy="1779352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20F6CAAA-830C-AFEE-004F-CB29FD2678A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4745" t="18641" r="17194" b="27159"/>
          <a:stretch>
            <a:fillRect/>
          </a:stretch>
        </p:blipFill>
        <p:spPr>
          <a:xfrm>
            <a:off x="8232246" y="4919858"/>
            <a:ext cx="3643880" cy="189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19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51C7C-0DFF-12E8-E76C-02E2BA3CB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9662D-4492-08C5-E8CA-7A2EEF0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7400" cy="4351338"/>
          </a:xfrm>
        </p:spPr>
        <p:txBody>
          <a:bodyPr/>
          <a:lstStyle/>
          <a:p>
            <a:r>
              <a:rPr lang="en-US" dirty="0"/>
              <a:t>Structure: Planar Truss  (2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dirty="0"/>
              <a:t> + 3)</a:t>
            </a:r>
          </a:p>
          <a:p>
            <a:r>
              <a:rPr lang="en-US" dirty="0"/>
              <a:t>Loads: Forces at Nodes</a:t>
            </a:r>
          </a:p>
          <a:p>
            <a:r>
              <a:rPr lang="en-US" dirty="0"/>
              <a:t>Supports: Pin &amp; Roller ––or–– Three Rollers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570539-F17A-E361-2161-FF5C85873FEA}"/>
              </a:ext>
            </a:extLst>
          </p:cNvPr>
          <p:cNvSpPr txBox="1">
            <a:spLocks/>
          </p:cNvSpPr>
          <p:nvPr/>
        </p:nvSpPr>
        <p:spPr>
          <a:xfrm>
            <a:off x="7058025" y="1787525"/>
            <a:ext cx="2733675" cy="696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 i="1" dirty="0"/>
              <a:t>n</a:t>
            </a:r>
            <a:r>
              <a:rPr lang="en-US" sz="1800" dirty="0"/>
              <a:t>: number of nodes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i="1" dirty="0"/>
              <a:t>m</a:t>
            </a:r>
            <a:r>
              <a:rPr lang="en-US" sz="1800" dirty="0"/>
              <a:t>: number of members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4948C2-B879-AEB2-1AC8-D419660D4300}"/>
              </a:ext>
            </a:extLst>
          </p:cNvPr>
          <p:cNvCxnSpPr/>
          <p:nvPr/>
        </p:nvCxnSpPr>
        <p:spPr>
          <a:xfrm>
            <a:off x="6858000" y="1856592"/>
            <a:ext cx="0" cy="4413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767F563-8F09-2020-2F53-F39E3D843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25417" t="8519" r="21002" b="13704"/>
          <a:stretch>
            <a:fillRect/>
          </a:stretch>
        </p:blipFill>
        <p:spPr>
          <a:xfrm>
            <a:off x="0" y="3479799"/>
            <a:ext cx="3421380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1CB914-70D9-EAF4-F4B0-5E524DF74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5618" t="12205" r="17513" b="21852"/>
          <a:stretch>
            <a:fillRect/>
          </a:stretch>
        </p:blipFill>
        <p:spPr>
          <a:xfrm>
            <a:off x="3882441" y="3736645"/>
            <a:ext cx="4123321" cy="25752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C44DE1-E1B5-547C-3F04-1D9C7C28DB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33467" t="17222" r="29149" b="13704"/>
          <a:stretch>
            <a:fillRect/>
          </a:stretch>
        </p:blipFill>
        <p:spPr>
          <a:xfrm>
            <a:off x="8424862" y="2630169"/>
            <a:ext cx="3512913" cy="416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7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32570-6A55-7E25-FFB8-A17223D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B62EC-6487-8944-BE13-3FE0FBE2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2826"/>
          </a:xfrm>
        </p:spPr>
        <p:txBody>
          <a:bodyPr>
            <a:normAutofit/>
          </a:bodyPr>
          <a:lstStyle/>
          <a:p>
            <a:r>
              <a:rPr lang="en-US" i="1" dirty="0"/>
              <a:t>Example Problem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sz="1300" dirty="0"/>
          </a:p>
          <a:p>
            <a:r>
              <a:rPr lang="en-US" dirty="0"/>
              <a:t>Required Understanding </a:t>
            </a:r>
          </a:p>
          <a:p>
            <a:pPr lvl="1"/>
            <a:r>
              <a:rPr lang="en-US" dirty="0"/>
              <a:t>Joints Method</a:t>
            </a:r>
          </a:p>
          <a:p>
            <a:pPr lvl="1"/>
            <a:r>
              <a:rPr lang="en-US" dirty="0"/>
              <a:t>Sections Method</a:t>
            </a: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EE80C757-7992-3D71-E2C2-9FE522BA26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905339"/>
              </p:ext>
            </p:extLst>
          </p:nvPr>
        </p:nvGraphicFramePr>
        <p:xfrm>
          <a:off x="1147763" y="2357437"/>
          <a:ext cx="3968750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9800" imgH="1371600" progId="Equation.DSMT4">
                  <p:embed/>
                </p:oleObj>
              </mc:Choice>
              <mc:Fallback>
                <p:oleObj name="Equation" r:id="rId2" imgW="2539800" imgH="13716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04F9BEFA-28A9-7C5A-FD03-A65B08A888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7763" y="2357437"/>
                        <a:ext cx="3968750" cy="2143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6DFC44-8899-8F03-5978-6EA93E18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Truss Module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5485F4-E0B8-8861-6838-51DC9BC2441C}"/>
              </a:ext>
            </a:extLst>
          </p:cNvPr>
          <p:cNvSpPr txBox="1"/>
          <p:nvPr/>
        </p:nvSpPr>
        <p:spPr>
          <a:xfrm>
            <a:off x="2928579" y="2748776"/>
            <a:ext cx="21549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Sign convention</a:t>
            </a:r>
            <a:endParaRPr lang="en-US" sz="1600" dirty="0"/>
          </a:p>
          <a:p>
            <a:r>
              <a:rPr lang="en-US" sz="1600" i="1" dirty="0"/>
              <a:t>S</a:t>
            </a:r>
            <a:r>
              <a:rPr lang="en-US" sz="1600" i="1" baseline="-25000" dirty="0"/>
              <a:t>i</a:t>
            </a:r>
            <a:r>
              <a:rPr lang="en-US" sz="1600" dirty="0"/>
              <a:t> &gt; 0 </a:t>
            </a:r>
            <a:r>
              <a:rPr lang="en-US" sz="1600" dirty="0">
                <a:sym typeface="Wingdings" panose="05000000000000000000" pitchFamily="2" charset="2"/>
              </a:rPr>
              <a:t>⇒ </a:t>
            </a:r>
            <a:r>
              <a:rPr lang="en-US" sz="1600" dirty="0"/>
              <a:t>tension </a:t>
            </a:r>
          </a:p>
          <a:p>
            <a:r>
              <a:rPr lang="en-US" sz="1600" i="1" dirty="0"/>
              <a:t>S</a:t>
            </a:r>
            <a:r>
              <a:rPr lang="en-US" sz="1600" i="1" baseline="-25000" dirty="0"/>
              <a:t>i</a:t>
            </a:r>
            <a:r>
              <a:rPr lang="en-US" sz="1600" dirty="0"/>
              <a:t> &lt; 0 </a:t>
            </a:r>
            <a:r>
              <a:rPr lang="en-US" sz="1600" dirty="0">
                <a:sym typeface="Wingdings" panose="05000000000000000000" pitchFamily="2" charset="2"/>
              </a:rPr>
              <a:t>⇒ compression</a:t>
            </a:r>
            <a:endParaRPr lang="en-US" sz="16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D24FD2-BA9F-921F-DB2C-8735BE8F14EA}"/>
              </a:ext>
            </a:extLst>
          </p:cNvPr>
          <p:cNvCxnSpPr>
            <a:cxnSpLocks/>
          </p:cNvCxnSpPr>
          <p:nvPr/>
        </p:nvCxnSpPr>
        <p:spPr>
          <a:xfrm>
            <a:off x="2724150" y="2748776"/>
            <a:ext cx="0" cy="172321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B4ED310-1EDA-8B84-D56B-066918566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759663"/>
              </p:ext>
            </p:extLst>
          </p:nvPr>
        </p:nvGraphicFramePr>
        <p:xfrm>
          <a:off x="6011863" y="3328988"/>
          <a:ext cx="168275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82" imgH="196842" progId="Equation.DSMT4">
                  <p:embed/>
                </p:oleObj>
              </mc:Choice>
              <mc:Fallback>
                <p:oleObj name="Equation" r:id="rId4" imgW="167682" imgH="196842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7A4DA162-6A2A-CC20-6703-D9B476A40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1863" y="3328988"/>
                        <a:ext cx="168275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091D745-1891-9C09-AB01-724C33931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295931"/>
              </p:ext>
            </p:extLst>
          </p:nvPr>
        </p:nvGraphicFramePr>
        <p:xfrm>
          <a:off x="6011863" y="3328988"/>
          <a:ext cx="168275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82" imgH="196842" progId="Equation.DSMT4">
                  <p:embed/>
                </p:oleObj>
              </mc:Choice>
              <mc:Fallback>
                <p:oleObj name="Equation" r:id="rId6" imgW="167682" imgH="196842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7EF6311A-2B00-EB5D-D32A-723E857FBE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1863" y="3328988"/>
                        <a:ext cx="168275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86DD9D8-E0EF-72DB-7A26-36E5FD5E2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4348" y="1602299"/>
            <a:ext cx="5217528" cy="336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14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D1CF7-E59F-5A23-945C-FA515393E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5DF8-8F81-6959-374B-D603F82DC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2826"/>
          </a:xfrm>
        </p:spPr>
        <p:txBody>
          <a:bodyPr>
            <a:normAutofit/>
          </a:bodyPr>
          <a:lstStyle/>
          <a:p>
            <a:r>
              <a:rPr lang="en-US" i="1" dirty="0"/>
              <a:t>Example Problem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sz="1300" dirty="0"/>
          </a:p>
          <a:p>
            <a:r>
              <a:rPr lang="en-US" dirty="0"/>
              <a:t>Required Understanding </a:t>
            </a: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B3979C4F-08FD-7921-605A-DDE05A123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81648"/>
              </p:ext>
            </p:extLst>
          </p:nvPr>
        </p:nvGraphicFramePr>
        <p:xfrm>
          <a:off x="1147763" y="2357437"/>
          <a:ext cx="3968750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9800" imgH="1371600" progId="Equation.DSMT4">
                  <p:embed/>
                </p:oleObj>
              </mc:Choice>
              <mc:Fallback>
                <p:oleObj name="Equation" r:id="rId2" imgW="2539800" imgH="13716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EE80C757-7992-3D71-E2C2-9FE522BA2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7763" y="2357437"/>
                        <a:ext cx="3968750" cy="2143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A105618-0E5F-A2AD-B559-CBE0C051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Truss Module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7A4DA162-6A2A-CC20-6703-D9B476A40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282389"/>
              </p:ext>
            </p:extLst>
          </p:nvPr>
        </p:nvGraphicFramePr>
        <p:xfrm>
          <a:off x="6011863" y="3328988"/>
          <a:ext cx="168275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82" imgH="196842" progId="Equation.DSMT4">
                  <p:embed/>
                </p:oleObj>
              </mc:Choice>
              <mc:Fallback>
                <p:oleObj name="Equation" r:id="rId4" imgW="167682" imgH="19684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1863" y="3328988"/>
                        <a:ext cx="168275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7EF6311A-2B00-EB5D-D32A-723E857FB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413696"/>
              </p:ext>
            </p:extLst>
          </p:nvPr>
        </p:nvGraphicFramePr>
        <p:xfrm>
          <a:off x="6011863" y="3328988"/>
          <a:ext cx="168275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82" imgH="196842" progId="Equation.DSMT4">
                  <p:embed/>
                </p:oleObj>
              </mc:Choice>
              <mc:Fallback>
                <p:oleObj name="Equation" r:id="rId6" imgW="167682" imgH="19684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1863" y="3328988"/>
                        <a:ext cx="168275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80F8C2D1-5E4D-707C-E4A7-5597346A7121}"/>
              </a:ext>
            </a:extLst>
          </p:cNvPr>
          <p:cNvGrpSpPr/>
          <p:nvPr/>
        </p:nvGrpSpPr>
        <p:grpSpPr>
          <a:xfrm>
            <a:off x="5974348" y="1602299"/>
            <a:ext cx="5217528" cy="3367410"/>
            <a:chOff x="5974348" y="1602299"/>
            <a:chExt cx="5217528" cy="336741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E2541A7-C672-8C4F-E703-110E01E37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974348" y="1602299"/>
              <a:ext cx="5217528" cy="3367410"/>
            </a:xfrm>
            <a:prstGeom prst="rect">
              <a:avLst/>
            </a:prstGeom>
          </p:spPr>
        </p:pic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8A5C4E54-01ED-DCFA-E164-3FAC27BE9C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4518134"/>
                </p:ext>
              </p:extLst>
            </p:nvPr>
          </p:nvGraphicFramePr>
          <p:xfrm>
            <a:off x="7493000" y="2523654"/>
            <a:ext cx="166688" cy="182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164880" progId="Equation.DSMT4">
                    <p:embed/>
                  </p:oleObj>
                </mc:Choice>
                <mc:Fallback>
                  <p:oleObj name="Equation" r:id="rId9" imgW="152280" imgH="164880" progId="Equation.DSMT4">
                    <p:embed/>
                    <p:pic>
                      <p:nvPicPr>
                        <p:cNvPr id="22" name="Object 21">
                          <a:extLst>
                            <a:ext uri="{FF2B5EF4-FFF2-40B4-BE49-F238E27FC236}">
                              <a16:creationId xmlns:a16="http://schemas.microsoft.com/office/drawing/2014/main" id="{5EAB1599-04C0-5FB7-EE57-60C65CCDDA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493000" y="2523654"/>
                          <a:ext cx="166688" cy="182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91088566-660C-88A3-664A-80221BB4AB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2894304"/>
                </p:ext>
              </p:extLst>
            </p:nvPr>
          </p:nvGraphicFramePr>
          <p:xfrm>
            <a:off x="7560261" y="3785716"/>
            <a:ext cx="166688" cy="182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164880" progId="Equation.DSMT4">
                    <p:embed/>
                  </p:oleObj>
                </mc:Choice>
                <mc:Fallback>
                  <p:oleObj name="Equation" r:id="rId11" imgW="152280" imgH="164880" progId="Equation.DSMT4">
                    <p:embed/>
                    <p:pic>
                      <p:nvPicPr>
                        <p:cNvPr id="14" name="Object 13">
                          <a:extLst>
                            <a:ext uri="{FF2B5EF4-FFF2-40B4-BE49-F238E27FC236}">
                              <a16:creationId xmlns:a16="http://schemas.microsoft.com/office/drawing/2014/main" id="{8A5C4E54-01ED-DCFA-E164-3FAC27BE9C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560261" y="3785716"/>
                          <a:ext cx="166688" cy="182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1C7EDF44-A703-E80B-1BCB-828F570E73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0337744"/>
                </p:ext>
              </p:extLst>
            </p:nvPr>
          </p:nvGraphicFramePr>
          <p:xfrm>
            <a:off x="9759950" y="3779367"/>
            <a:ext cx="166688" cy="196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80" imgH="177480" progId="Equation.DSMT4">
                    <p:embed/>
                  </p:oleObj>
                </mc:Choice>
                <mc:Fallback>
                  <p:oleObj name="Equation" r:id="rId13" imgW="152280" imgH="177480" progId="Equation.DSMT4">
                    <p:embed/>
                    <p:pic>
                      <p:nvPicPr>
                        <p:cNvPr id="15" name="Object 14">
                          <a:extLst>
                            <a:ext uri="{FF2B5EF4-FFF2-40B4-BE49-F238E27FC236}">
                              <a16:creationId xmlns:a16="http://schemas.microsoft.com/office/drawing/2014/main" id="{91088566-660C-88A3-664A-80221BB4AB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759950" y="3779367"/>
                          <a:ext cx="166688" cy="196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8">
              <a:extLst>
                <a:ext uri="{FF2B5EF4-FFF2-40B4-BE49-F238E27FC236}">
                  <a16:creationId xmlns:a16="http://schemas.microsoft.com/office/drawing/2014/main" id="{294A2416-7A0D-96AD-CCDF-AC4135730E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1462995"/>
                </p:ext>
              </p:extLst>
            </p:nvPr>
          </p:nvGraphicFramePr>
          <p:xfrm>
            <a:off x="8939213" y="2536354"/>
            <a:ext cx="166687" cy="182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80" imgH="164880" progId="Equation.DSMT4">
                    <p:embed/>
                  </p:oleObj>
                </mc:Choice>
                <mc:Fallback>
                  <p:oleObj name="Equation" r:id="rId15" imgW="152280" imgH="164880" progId="Equation.DSMT4">
                    <p:embed/>
                    <p:pic>
                      <p:nvPicPr>
                        <p:cNvPr id="16" name="Object 15">
                          <a:extLst>
                            <a:ext uri="{FF2B5EF4-FFF2-40B4-BE49-F238E27FC236}">
                              <a16:creationId xmlns:a16="http://schemas.microsoft.com/office/drawing/2014/main" id="{1C7EDF44-A703-E80B-1BCB-828F570E73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939213" y="2536354"/>
                          <a:ext cx="166687" cy="182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731605D-4D42-9EA9-4B5B-99FCB437D44E}"/>
              </a:ext>
            </a:extLst>
          </p:cNvPr>
          <p:cNvGrpSpPr/>
          <p:nvPr/>
        </p:nvGrpSpPr>
        <p:grpSpPr>
          <a:xfrm>
            <a:off x="454298" y="5435353"/>
            <a:ext cx="3282358" cy="1293692"/>
            <a:chOff x="852885" y="5354758"/>
            <a:chExt cx="3282358" cy="129369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CD0DEE2-1283-C2F3-8B91-442AA06D7ED4}"/>
                </a:ext>
              </a:extLst>
            </p:cNvPr>
            <p:cNvSpPr/>
            <p:nvPr/>
          </p:nvSpPr>
          <p:spPr>
            <a:xfrm>
              <a:off x="1038225" y="5924550"/>
              <a:ext cx="109538" cy="1047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B435FB3-D583-1D19-AA04-41E8C1288D62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81088" y="5970998"/>
              <a:ext cx="558006" cy="0"/>
            </a:xfrm>
            <a:prstGeom prst="straightConnector1">
              <a:avLst/>
            </a:prstGeom>
            <a:ln w="50800">
              <a:solidFill>
                <a:schemeClr val="accent2">
                  <a:lumMod val="50000"/>
                </a:schemeClr>
              </a:solidFill>
              <a:tailEnd type="stealth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3FEE3C2-8C87-1104-A995-D3E69A21C70E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813991" y="6230951"/>
              <a:ext cx="558006" cy="0"/>
            </a:xfrm>
            <a:prstGeom prst="straightConnector1">
              <a:avLst/>
            </a:prstGeom>
            <a:ln w="50800">
              <a:solidFill>
                <a:schemeClr val="accent2">
                  <a:lumMod val="50000"/>
                </a:schemeClr>
              </a:solidFill>
              <a:tailEnd type="stealth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F085431-83ED-1EB6-8489-91F7E99F40D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11610" y="5691995"/>
              <a:ext cx="558006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stealth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2AF4B4CB-B346-C526-ACA6-ABF1FCCD88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3619910"/>
                </p:ext>
              </p:extLst>
            </p:nvPr>
          </p:nvGraphicFramePr>
          <p:xfrm>
            <a:off x="1143002" y="5354758"/>
            <a:ext cx="321170" cy="219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41200" imgH="164880" progId="Equation.DSMT4">
                    <p:embed/>
                  </p:oleObj>
                </mc:Choice>
                <mc:Fallback>
                  <p:oleObj name="Equation" r:id="rId17" imgW="24120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43002" y="5354758"/>
                          <a:ext cx="321170" cy="2197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56DD5707-BDC9-C926-57C1-076B5926D5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5408773"/>
                </p:ext>
              </p:extLst>
            </p:nvPr>
          </p:nvGraphicFramePr>
          <p:xfrm>
            <a:off x="1143002" y="6343650"/>
            <a:ext cx="219075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64880" imgH="228600" progId="Equation.DSMT4">
                    <p:embed/>
                  </p:oleObj>
                </mc:Choice>
                <mc:Fallback>
                  <p:oleObj name="Equation" r:id="rId19" imgW="164880" imgH="2286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2AF4B4CB-B346-C526-ACA6-ABF1FCCD88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43002" y="6343650"/>
                          <a:ext cx="219075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6039B24A-D327-BD27-EA16-E848E8B2A4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7990352"/>
                </p:ext>
              </p:extLst>
            </p:nvPr>
          </p:nvGraphicFramePr>
          <p:xfrm>
            <a:off x="1631950" y="5876925"/>
            <a:ext cx="23653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77480" imgH="228600" progId="Equation.DSMT4">
                    <p:embed/>
                  </p:oleObj>
                </mc:Choice>
                <mc:Fallback>
                  <p:oleObj name="Equation" r:id="rId21" imgW="177480" imgH="228600" progId="Equation.DSMT4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56DD5707-BDC9-C926-57C1-076B5926D52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631950" y="5876925"/>
                          <a:ext cx="236538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E4911FD7-B419-35A0-5C42-D83EB57046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9726131"/>
                </p:ext>
              </p:extLst>
            </p:nvPr>
          </p:nvGraphicFramePr>
          <p:xfrm>
            <a:off x="852885" y="5994811"/>
            <a:ext cx="166687" cy="182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6243" imgH="183142" progId="Equation.DSMT4">
                    <p:embed/>
                  </p:oleObj>
                </mc:Choice>
                <mc:Fallback>
                  <p:oleObj name="Equation" r:id="rId23" imgW="166243" imgH="183142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852885" y="5994811"/>
                          <a:ext cx="166687" cy="182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9EB5A99-D52A-3BBC-5BED-27E202A30501}"/>
                </a:ext>
              </a:extLst>
            </p:cNvPr>
            <p:cNvGrpSpPr/>
            <p:nvPr/>
          </p:nvGrpSpPr>
          <p:grpSpPr>
            <a:xfrm>
              <a:off x="2028198" y="5567572"/>
              <a:ext cx="2107045" cy="829520"/>
              <a:chOff x="1922845" y="5430838"/>
              <a:chExt cx="2317750" cy="912471"/>
            </a:xfrm>
          </p:grpSpPr>
          <p:graphicFrame>
            <p:nvGraphicFramePr>
              <p:cNvPr id="44" name="Object 43">
                <a:extLst>
                  <a:ext uri="{FF2B5EF4-FFF2-40B4-BE49-F238E27FC236}">
                    <a16:creationId xmlns:a16="http://schemas.microsoft.com/office/drawing/2014/main" id="{C1D38EAC-7670-F291-9B91-6F81F0958C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2991611"/>
                  </p:ext>
                </p:extLst>
              </p:nvPr>
            </p:nvGraphicFramePr>
            <p:xfrm>
              <a:off x="1922845" y="5430838"/>
              <a:ext cx="2138363" cy="4206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1295280" imgH="253800" progId="Equation.DSMT4">
                      <p:embed/>
                    </p:oleObj>
                  </mc:Choice>
                  <mc:Fallback>
                    <p:oleObj name="Equation" r:id="rId25" imgW="1295280" imgH="253800" progId="Equation.DSMT4">
                      <p:embed/>
                      <p:pic>
                        <p:nvPicPr>
                          <p:cNvPr id="9" name="Object 8">
                            <a:extLst>
                              <a:ext uri="{FF2B5EF4-FFF2-40B4-BE49-F238E27FC236}">
                                <a16:creationId xmlns:a16="http://schemas.microsoft.com/office/drawing/2014/main" id="{86A5A6E4-9D36-C8F3-8B57-02254556A4B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922845" y="5430838"/>
                            <a:ext cx="2138363" cy="4206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44">
                <a:extLst>
                  <a:ext uri="{FF2B5EF4-FFF2-40B4-BE49-F238E27FC236}">
                    <a16:creationId xmlns:a16="http://schemas.microsoft.com/office/drawing/2014/main" id="{54401F3A-3637-2297-A97B-25C69D136AC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4683026"/>
                  </p:ext>
                </p:extLst>
              </p:nvPr>
            </p:nvGraphicFramePr>
            <p:xfrm>
              <a:off x="1932370" y="5922622"/>
              <a:ext cx="2308225" cy="4206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1396800" imgH="253800" progId="Equation.DSMT4">
                      <p:embed/>
                    </p:oleObj>
                  </mc:Choice>
                  <mc:Fallback>
                    <p:oleObj name="Equation" r:id="rId27" imgW="1396800" imgH="253800" progId="Equation.DSMT4">
                      <p:embed/>
                      <p:pic>
                        <p:nvPicPr>
                          <p:cNvPr id="44" name="Object 43">
                            <a:extLst>
                              <a:ext uri="{FF2B5EF4-FFF2-40B4-BE49-F238E27FC236}">
                                <a16:creationId xmlns:a16="http://schemas.microsoft.com/office/drawing/2014/main" id="{C1D38EAC-7670-F291-9B91-6F81F0958C2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1932370" y="5922622"/>
                            <a:ext cx="2308225" cy="4206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4F5B868-16FD-EAB2-B895-2D0C550C5A3A}"/>
              </a:ext>
            </a:extLst>
          </p:cNvPr>
          <p:cNvGrpSpPr/>
          <p:nvPr/>
        </p:nvGrpSpPr>
        <p:grpSpPr>
          <a:xfrm>
            <a:off x="4442971" y="5361477"/>
            <a:ext cx="4232003" cy="1375462"/>
            <a:chOff x="3940167" y="5365063"/>
            <a:chExt cx="4232003" cy="137546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4F2C52F-918C-5FCD-68EB-E70216002011}"/>
                </a:ext>
              </a:extLst>
            </p:cNvPr>
            <p:cNvGrpSpPr/>
            <p:nvPr/>
          </p:nvGrpSpPr>
          <p:grpSpPr>
            <a:xfrm>
              <a:off x="3940167" y="5496217"/>
              <a:ext cx="1388269" cy="1084764"/>
              <a:chOff x="4829912" y="5617174"/>
              <a:chExt cx="1388269" cy="108476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7F4E3AC-79CD-C08C-C437-80D1397F17AE}"/>
                  </a:ext>
                </a:extLst>
              </p:cNvPr>
              <p:cNvSpPr/>
              <p:nvPr/>
            </p:nvSpPr>
            <p:spPr>
              <a:xfrm>
                <a:off x="5387918" y="6386129"/>
                <a:ext cx="109538" cy="1047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140B7BE-2131-36CF-3637-B77D4AE77E4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5363350" y="6251242"/>
                <a:ext cx="558006" cy="0"/>
              </a:xfrm>
              <a:prstGeom prst="straightConnector1">
                <a:avLst/>
              </a:prstGeom>
              <a:ln w="50800">
                <a:solidFill>
                  <a:schemeClr val="accent2">
                    <a:lumMod val="50000"/>
                  </a:schemeClr>
                </a:solidFill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DABCB33-611F-E282-6184-FC45A02C7C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18119" y="6443703"/>
                <a:ext cx="558006" cy="0"/>
              </a:xfrm>
              <a:prstGeom prst="straightConnector1">
                <a:avLst/>
              </a:prstGeom>
              <a:ln w="50800">
                <a:solidFill>
                  <a:schemeClr val="accent2">
                    <a:lumMod val="50000"/>
                  </a:schemeClr>
                </a:solidFill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0E47599F-7F00-D255-E67F-3C6C9BF7AB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9912" y="6453228"/>
                <a:ext cx="558006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7" name="Object 26">
                <a:extLst>
                  <a:ext uri="{FF2B5EF4-FFF2-40B4-BE49-F238E27FC236}">
                    <a16:creationId xmlns:a16="http://schemas.microsoft.com/office/drawing/2014/main" id="{A12A5499-FE7F-33AB-5BE0-471F83B86C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8904940"/>
                  </p:ext>
                </p:extLst>
              </p:nvPr>
            </p:nvGraphicFramePr>
            <p:xfrm>
              <a:off x="4922781" y="6214730"/>
              <a:ext cx="219075" cy="2190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164880" imgH="164880" progId="Equation.DSMT4">
                      <p:embed/>
                    </p:oleObj>
                  </mc:Choice>
                  <mc:Fallback>
                    <p:oleObj name="Equation" r:id="rId29" imgW="164880" imgH="164880" progId="Equation.DSMT4">
                      <p:embed/>
                      <p:pic>
                        <p:nvPicPr>
                          <p:cNvPr id="8" name="Object 7">
                            <a:extLst>
                              <a:ext uri="{FF2B5EF4-FFF2-40B4-BE49-F238E27FC236}">
                                <a16:creationId xmlns:a16="http://schemas.microsoft.com/office/drawing/2014/main" id="{2AF4B4CB-B346-C526-ACA6-ABF1FCCD889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4922781" y="6214730"/>
                            <a:ext cx="219075" cy="2190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28">
                <a:extLst>
                  <a:ext uri="{FF2B5EF4-FFF2-40B4-BE49-F238E27FC236}">
                    <a16:creationId xmlns:a16="http://schemas.microsoft.com/office/drawing/2014/main" id="{C89602CE-ED4E-36B6-C98E-CF8E1CFF158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2658261"/>
                  </p:ext>
                </p:extLst>
              </p:nvPr>
            </p:nvGraphicFramePr>
            <p:xfrm>
              <a:off x="5832418" y="5901942"/>
              <a:ext cx="236538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177480" imgH="228600" progId="Equation.DSMT4">
                      <p:embed/>
                    </p:oleObj>
                  </mc:Choice>
                  <mc:Fallback>
                    <p:oleObj name="Equation" r:id="rId31" imgW="177480" imgH="228600" progId="Equation.DSMT4">
                      <p:embed/>
                      <p:pic>
                        <p:nvPicPr>
                          <p:cNvPr id="9" name="Object 8">
                            <a:extLst>
                              <a:ext uri="{FF2B5EF4-FFF2-40B4-BE49-F238E27FC236}">
                                <a16:creationId xmlns:a16="http://schemas.microsoft.com/office/drawing/2014/main" id="{56DD5707-BDC9-C926-57C1-076B5926D52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5832418" y="5901942"/>
                            <a:ext cx="236538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29">
                <a:extLst>
                  <a:ext uri="{FF2B5EF4-FFF2-40B4-BE49-F238E27FC236}">
                    <a16:creationId xmlns:a16="http://schemas.microsoft.com/office/drawing/2014/main" id="{4077D8DB-DA2C-D7D2-B1E6-0B5934F1AE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16577740"/>
                  </p:ext>
                </p:extLst>
              </p:nvPr>
            </p:nvGraphicFramePr>
            <p:xfrm>
              <a:off x="5981643" y="6328979"/>
              <a:ext cx="236538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177480" imgH="228600" progId="Equation.DSMT4">
                      <p:embed/>
                    </p:oleObj>
                  </mc:Choice>
                  <mc:Fallback>
                    <p:oleObj name="Equation" r:id="rId33" imgW="177480" imgH="228600" progId="Equation.DSMT4">
                      <p:embed/>
                      <p:pic>
                        <p:nvPicPr>
                          <p:cNvPr id="10" name="Object 9">
                            <a:extLst>
                              <a:ext uri="{FF2B5EF4-FFF2-40B4-BE49-F238E27FC236}">
                                <a16:creationId xmlns:a16="http://schemas.microsoft.com/office/drawing/2014/main" id="{6039B24A-D327-BD27-EA16-E848E8B2A42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5981643" y="6328979"/>
                            <a:ext cx="236538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30">
                <a:extLst>
                  <a:ext uri="{FF2B5EF4-FFF2-40B4-BE49-F238E27FC236}">
                    <a16:creationId xmlns:a16="http://schemas.microsoft.com/office/drawing/2014/main" id="{31BA0C18-489A-4B05-4843-EDCBC2D1563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159914"/>
                  </p:ext>
                </p:extLst>
              </p:nvPr>
            </p:nvGraphicFramePr>
            <p:xfrm>
              <a:off x="5293740" y="6520328"/>
              <a:ext cx="167640" cy="1816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152280" imgH="164880" progId="Equation.DSMT4">
                      <p:embed/>
                    </p:oleObj>
                  </mc:Choice>
                  <mc:Fallback>
                    <p:oleObj name="Equation" r:id="rId35" imgW="152280" imgH="164880" progId="Equation.DSMT4">
                      <p:embed/>
                      <p:pic>
                        <p:nvPicPr>
                          <p:cNvPr id="21" name="Object 20">
                            <a:extLst>
                              <a:ext uri="{FF2B5EF4-FFF2-40B4-BE49-F238E27FC236}">
                                <a16:creationId xmlns:a16="http://schemas.microsoft.com/office/drawing/2014/main" id="{E4911FD7-B419-35A0-5C42-D83EB57046B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5293740" y="6520328"/>
                            <a:ext cx="167640" cy="18161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B7DAA7-9A95-8FE1-A20F-3316CEE0AA8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158166" y="6174225"/>
                <a:ext cx="558006" cy="0"/>
              </a:xfrm>
              <a:prstGeom prst="straightConnector1">
                <a:avLst/>
              </a:prstGeom>
              <a:ln w="50800">
                <a:solidFill>
                  <a:schemeClr val="accent2">
                    <a:lumMod val="50000"/>
                  </a:schemeClr>
                </a:solidFill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3" name="Object 32">
                <a:extLst>
                  <a:ext uri="{FF2B5EF4-FFF2-40B4-BE49-F238E27FC236}">
                    <a16:creationId xmlns:a16="http://schemas.microsoft.com/office/drawing/2014/main" id="{D0F0E42E-38EC-F6B3-005F-E0F3D71EEB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86238576"/>
                  </p:ext>
                </p:extLst>
              </p:nvPr>
            </p:nvGraphicFramePr>
            <p:xfrm>
              <a:off x="5142073" y="5617174"/>
              <a:ext cx="690562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520560" imgH="228600" progId="Equation.DSMT4">
                      <p:embed/>
                    </p:oleObj>
                  </mc:Choice>
                  <mc:Fallback>
                    <p:oleObj name="Equation" r:id="rId37" imgW="520560" imgH="228600" progId="Equation.DSMT4">
                      <p:embed/>
                      <p:pic>
                        <p:nvPicPr>
                          <p:cNvPr id="9" name="Object 8">
                            <a:extLst>
                              <a:ext uri="{FF2B5EF4-FFF2-40B4-BE49-F238E27FC236}">
                                <a16:creationId xmlns:a16="http://schemas.microsoft.com/office/drawing/2014/main" id="{56DD5707-BDC9-C926-57C1-076B5926D52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5142073" y="5617174"/>
                            <a:ext cx="690562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CCD9EDE-A71E-AB7D-8CBB-D4F8886B8D7C}"/>
                </a:ext>
              </a:extLst>
            </p:cNvPr>
            <p:cNvGrpSpPr/>
            <p:nvPr/>
          </p:nvGrpSpPr>
          <p:grpSpPr>
            <a:xfrm>
              <a:off x="5453473" y="5365063"/>
              <a:ext cx="2718697" cy="1375462"/>
              <a:chOff x="5516075" y="5365063"/>
              <a:chExt cx="2718697" cy="1375462"/>
            </a:xfrm>
          </p:grpSpPr>
          <p:graphicFrame>
            <p:nvGraphicFramePr>
              <p:cNvPr id="50" name="Object 49">
                <a:extLst>
                  <a:ext uri="{FF2B5EF4-FFF2-40B4-BE49-F238E27FC236}">
                    <a16:creationId xmlns:a16="http://schemas.microsoft.com/office/drawing/2014/main" id="{3DB42F44-D165-01B9-30DB-9573034ADA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9404085"/>
                  </p:ext>
                </p:extLst>
              </p:nvPr>
            </p:nvGraphicFramePr>
            <p:xfrm>
              <a:off x="5516075" y="5365063"/>
              <a:ext cx="2592388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9" imgW="1726920" imgH="266400" progId="Equation.DSMT4">
                      <p:embed/>
                    </p:oleObj>
                  </mc:Choice>
                  <mc:Fallback>
                    <p:oleObj name="Equation" r:id="rId39" imgW="1726920" imgH="266400" progId="Equation.DSMT4">
                      <p:embed/>
                      <p:pic>
                        <p:nvPicPr>
                          <p:cNvPr id="44" name="Object 43">
                            <a:extLst>
                              <a:ext uri="{FF2B5EF4-FFF2-40B4-BE49-F238E27FC236}">
                                <a16:creationId xmlns:a16="http://schemas.microsoft.com/office/drawing/2014/main" id="{C1D38EAC-7670-F291-9B91-6F81F0958C2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5516075" y="5365063"/>
                            <a:ext cx="2592388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Object 50">
                <a:extLst>
                  <a:ext uri="{FF2B5EF4-FFF2-40B4-BE49-F238E27FC236}">
                    <a16:creationId xmlns:a16="http://schemas.microsoft.com/office/drawing/2014/main" id="{943A4E30-F13D-01DD-886F-87141FB6E6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9669539"/>
                  </p:ext>
                </p:extLst>
              </p:nvPr>
            </p:nvGraphicFramePr>
            <p:xfrm>
              <a:off x="5524500" y="5802675"/>
              <a:ext cx="2709863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1" imgW="1803240" imgH="266400" progId="Equation.DSMT4">
                      <p:embed/>
                    </p:oleObj>
                  </mc:Choice>
                  <mc:Fallback>
                    <p:oleObj name="Equation" r:id="rId41" imgW="1803240" imgH="266400" progId="Equation.DSMT4">
                      <p:embed/>
                      <p:pic>
                        <p:nvPicPr>
                          <p:cNvPr id="45" name="Object 44">
                            <a:extLst>
                              <a:ext uri="{FF2B5EF4-FFF2-40B4-BE49-F238E27FC236}">
                                <a16:creationId xmlns:a16="http://schemas.microsoft.com/office/drawing/2014/main" id="{54401F3A-3637-2297-A97B-25C69D136AC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5524500" y="5802675"/>
                            <a:ext cx="2709863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9E0F0D9-325B-20A2-A896-6236F8B4EC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29672" y="6281716"/>
                <a:ext cx="2705100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5" name="Object 54">
                <a:extLst>
                  <a:ext uri="{FF2B5EF4-FFF2-40B4-BE49-F238E27FC236}">
                    <a16:creationId xmlns:a16="http://schemas.microsoft.com/office/drawing/2014/main" id="{8C3387D5-4822-D303-48EF-A5B7365C06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60752257"/>
                  </p:ext>
                </p:extLst>
              </p:nvPr>
            </p:nvGraphicFramePr>
            <p:xfrm>
              <a:off x="5550611" y="6359525"/>
              <a:ext cx="2384425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3" imgW="1587240" imgH="253800" progId="Equation.DSMT4">
                      <p:embed/>
                    </p:oleObj>
                  </mc:Choice>
                  <mc:Fallback>
                    <p:oleObj name="Equation" r:id="rId43" imgW="1587240" imgH="253800" progId="Equation.DSMT4">
                      <p:embed/>
                      <p:pic>
                        <p:nvPicPr>
                          <p:cNvPr id="51" name="Object 50">
                            <a:extLst>
                              <a:ext uri="{FF2B5EF4-FFF2-40B4-BE49-F238E27FC236}">
                                <a16:creationId xmlns:a16="http://schemas.microsoft.com/office/drawing/2014/main" id="{943A4E30-F13D-01DD-886F-87141FB6E6F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5550611" y="6359525"/>
                            <a:ext cx="2384425" cy="381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AF2ACE0-A24C-384C-18F9-CD3AAD078CAD}"/>
              </a:ext>
            </a:extLst>
          </p:cNvPr>
          <p:cNvGrpSpPr/>
          <p:nvPr/>
        </p:nvGrpSpPr>
        <p:grpSpPr>
          <a:xfrm>
            <a:off x="9624804" y="5476625"/>
            <a:ext cx="2124587" cy="1280142"/>
            <a:chOff x="9109133" y="5476625"/>
            <a:chExt cx="2124587" cy="1280142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AAAAA2D-E4E5-9542-9B0F-01CCBE8DE014}"/>
                </a:ext>
              </a:extLst>
            </p:cNvPr>
            <p:cNvGrpSpPr/>
            <p:nvPr/>
          </p:nvGrpSpPr>
          <p:grpSpPr>
            <a:xfrm>
              <a:off x="9109133" y="5476625"/>
              <a:ext cx="1800169" cy="759896"/>
              <a:chOff x="8927268" y="5281900"/>
              <a:chExt cx="1800169" cy="75989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1D5619A1-4FCB-D11E-27B9-0D2B0CE7B0CF}"/>
                  </a:ext>
                </a:extLst>
              </p:cNvPr>
              <p:cNvGrpSpPr/>
              <p:nvPr/>
            </p:nvGrpSpPr>
            <p:grpSpPr>
              <a:xfrm>
                <a:off x="8927268" y="5281900"/>
                <a:ext cx="1470586" cy="759896"/>
                <a:chOff x="7491328" y="5923797"/>
                <a:chExt cx="1470586" cy="759896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3C5B9AE4-31F8-46C4-C003-D48D910E6896}"/>
                    </a:ext>
                  </a:extLst>
                </p:cNvPr>
                <p:cNvSpPr/>
                <p:nvPr/>
              </p:nvSpPr>
              <p:spPr>
                <a:xfrm>
                  <a:off x="8685539" y="6395654"/>
                  <a:ext cx="109538" cy="10477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E2B4FB27-D928-F792-5A80-0C15129724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700000" flipH="1" flipV="1">
                  <a:off x="8270350" y="6251242"/>
                  <a:ext cx="558006" cy="0"/>
                </a:xfrm>
                <a:prstGeom prst="straightConnector1">
                  <a:avLst/>
                </a:prstGeom>
                <a:ln w="50800">
                  <a:solidFill>
                    <a:schemeClr val="accent2">
                      <a:lumMod val="50000"/>
                    </a:schemeClr>
                  </a:solidFill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7D77D634-F149-C6EC-1868-B70A8E3668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181945" y="6443703"/>
                  <a:ext cx="558006" cy="0"/>
                </a:xfrm>
                <a:prstGeom prst="straightConnector1">
                  <a:avLst/>
                </a:prstGeom>
                <a:ln w="50800">
                  <a:solidFill>
                    <a:schemeClr val="accent2">
                      <a:lumMod val="50000"/>
                    </a:schemeClr>
                  </a:solidFill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39" name="Object 38">
                  <a:extLst>
                    <a:ext uri="{FF2B5EF4-FFF2-40B4-BE49-F238E27FC236}">
                      <a16:creationId xmlns:a16="http://schemas.microsoft.com/office/drawing/2014/main" id="{CBB5DBD4-E9E3-0C62-F18E-736A3CEC7A8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485524"/>
                    </p:ext>
                  </p:extLst>
                </p:nvPr>
              </p:nvGraphicFramePr>
              <p:xfrm>
                <a:off x="8105278" y="5923797"/>
                <a:ext cx="236538" cy="304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5" imgW="177480" imgH="228600" progId="Equation.DSMT4">
                        <p:embed/>
                      </p:oleObj>
                    </mc:Choice>
                    <mc:Fallback>
                      <p:oleObj name="Equation" r:id="rId45" imgW="177480" imgH="228600" progId="Equation.DSMT4">
                        <p:embed/>
                        <p:pic>
                          <p:nvPicPr>
                            <p:cNvPr id="29" name="Object 28">
                              <a:extLst>
                                <a:ext uri="{FF2B5EF4-FFF2-40B4-BE49-F238E27FC236}">
                                  <a16:creationId xmlns:a16="http://schemas.microsoft.com/office/drawing/2014/main" id="{C89602CE-ED4E-36B6-C98E-CF8E1CFF158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105278" y="5923797"/>
                              <a:ext cx="236538" cy="304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" name="Object 39">
                  <a:extLst>
                    <a:ext uri="{FF2B5EF4-FFF2-40B4-BE49-F238E27FC236}">
                      <a16:creationId xmlns:a16="http://schemas.microsoft.com/office/drawing/2014/main" id="{5DE26073-9825-931D-4360-266946A929A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46175617"/>
                    </p:ext>
                  </p:extLst>
                </p:nvPr>
              </p:nvGraphicFramePr>
              <p:xfrm>
                <a:off x="7491328" y="6314758"/>
                <a:ext cx="709612" cy="304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7" imgW="533160" imgH="228600" progId="Equation.DSMT4">
                        <p:embed/>
                      </p:oleObj>
                    </mc:Choice>
                    <mc:Fallback>
                      <p:oleObj name="Equation" r:id="rId47" imgW="533160" imgH="228600" progId="Equation.DSMT4">
                        <p:embed/>
                        <p:pic>
                          <p:nvPicPr>
                            <p:cNvPr id="30" name="Object 29">
                              <a:extLst>
                                <a:ext uri="{FF2B5EF4-FFF2-40B4-BE49-F238E27FC236}">
                                  <a16:creationId xmlns:a16="http://schemas.microsoft.com/office/drawing/2014/main" id="{4077D8DB-DA2C-D7D2-B1E6-0B5934F1AE0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491328" y="6314758"/>
                              <a:ext cx="709612" cy="304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1" name="Object 40">
                  <a:extLst>
                    <a:ext uri="{FF2B5EF4-FFF2-40B4-BE49-F238E27FC236}">
                      <a16:creationId xmlns:a16="http://schemas.microsoft.com/office/drawing/2014/main" id="{774D4F2D-99CE-D66E-3031-45ECFA38572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81079543"/>
                    </p:ext>
                  </p:extLst>
                </p:nvPr>
              </p:nvGraphicFramePr>
              <p:xfrm>
                <a:off x="8776811" y="6467158"/>
                <a:ext cx="185103" cy="21653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9" imgW="152280" imgH="177480" progId="Equation.DSMT4">
                        <p:embed/>
                      </p:oleObj>
                    </mc:Choice>
                    <mc:Fallback>
                      <p:oleObj name="Equation" r:id="rId49" imgW="152280" imgH="177480" progId="Equation.DSMT4">
                        <p:embed/>
                        <p:pic>
                          <p:nvPicPr>
                            <p:cNvPr id="31" name="Object 30">
                              <a:extLst>
                                <a:ext uri="{FF2B5EF4-FFF2-40B4-BE49-F238E27FC236}">
                                  <a16:creationId xmlns:a16="http://schemas.microsoft.com/office/drawing/2014/main" id="{31BA0C18-489A-4B05-4843-EDCBC2D1563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776811" y="6467158"/>
                              <a:ext cx="185103" cy="21653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BB92D767-9C6E-EEE7-893A-B9FE8D0BF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9431" y="5801017"/>
                <a:ext cx="558006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4" name="Object 63">
                <a:extLst>
                  <a:ext uri="{FF2B5EF4-FFF2-40B4-BE49-F238E27FC236}">
                    <a16:creationId xmlns:a16="http://schemas.microsoft.com/office/drawing/2014/main" id="{2E20F5B5-70A1-0A6A-24F7-065A2BB055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57141243"/>
                  </p:ext>
                </p:extLst>
              </p:nvPr>
            </p:nvGraphicFramePr>
            <p:xfrm>
              <a:off x="10472278" y="5480353"/>
              <a:ext cx="2540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1" imgW="190440" imgH="228600" progId="Equation.DSMT4">
                      <p:embed/>
                    </p:oleObj>
                  </mc:Choice>
                  <mc:Fallback>
                    <p:oleObj name="Equation" r:id="rId51" imgW="190440" imgH="228600" progId="Equation.DSMT4">
                      <p:embed/>
                      <p:pic>
                        <p:nvPicPr>
                          <p:cNvPr id="27" name="Object 26">
                            <a:extLst>
                              <a:ext uri="{FF2B5EF4-FFF2-40B4-BE49-F238E27FC236}">
                                <a16:creationId xmlns:a16="http://schemas.microsoft.com/office/drawing/2014/main" id="{A12A5499-FE7F-33AB-5BE0-471F83B86CB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2"/>
                          <a:stretch>
                            <a:fillRect/>
                          </a:stretch>
                        </p:blipFill>
                        <p:spPr>
                          <a:xfrm>
                            <a:off x="10472278" y="5480353"/>
                            <a:ext cx="2540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5" name="Object 64">
              <a:extLst>
                <a:ext uri="{FF2B5EF4-FFF2-40B4-BE49-F238E27FC236}">
                  <a16:creationId xmlns:a16="http://schemas.microsoft.com/office/drawing/2014/main" id="{50B33C5B-4DD8-A5AA-38F7-42863C6EF9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7979100"/>
                </p:ext>
              </p:extLst>
            </p:nvPr>
          </p:nvGraphicFramePr>
          <p:xfrm>
            <a:off x="9147465" y="6347698"/>
            <a:ext cx="2086255" cy="4090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3" imgW="1295280" imgH="253800" progId="Equation.DSMT4">
                    <p:embed/>
                  </p:oleObj>
                </mc:Choice>
                <mc:Fallback>
                  <p:oleObj name="Equation" r:id="rId53" imgW="1295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4"/>
                        <a:stretch>
                          <a:fillRect/>
                        </a:stretch>
                      </p:blipFill>
                      <p:spPr>
                        <a:xfrm>
                          <a:off x="9147465" y="6347698"/>
                          <a:ext cx="2086255" cy="4090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48BC037-7FD0-EF84-3A96-8A405A9939D3}"/>
              </a:ext>
            </a:extLst>
          </p:cNvPr>
          <p:cNvCxnSpPr>
            <a:cxnSpLocks/>
          </p:cNvCxnSpPr>
          <p:nvPr/>
        </p:nvCxnSpPr>
        <p:spPr>
          <a:xfrm>
            <a:off x="4105275" y="5393271"/>
            <a:ext cx="0" cy="127467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A6AB7A8-C877-D4C0-BC76-3D0BD747AA29}"/>
              </a:ext>
            </a:extLst>
          </p:cNvPr>
          <p:cNvCxnSpPr>
            <a:cxnSpLocks/>
          </p:cNvCxnSpPr>
          <p:nvPr/>
        </p:nvCxnSpPr>
        <p:spPr>
          <a:xfrm>
            <a:off x="9105900" y="5393271"/>
            <a:ext cx="0" cy="127467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CFD7CA7-BCDF-1A35-6E6A-3F19AB8BF9DB}"/>
              </a:ext>
            </a:extLst>
          </p:cNvPr>
          <p:cNvGrpSpPr/>
          <p:nvPr/>
        </p:nvGrpSpPr>
        <p:grpSpPr>
          <a:xfrm>
            <a:off x="1665226" y="2711450"/>
            <a:ext cx="549275" cy="1736725"/>
            <a:chOff x="1600200" y="2749550"/>
            <a:chExt cx="549275" cy="1736725"/>
          </a:xfrm>
        </p:grpSpPr>
        <p:graphicFrame>
          <p:nvGraphicFramePr>
            <p:cNvPr id="74" name="Object 73">
              <a:extLst>
                <a:ext uri="{FF2B5EF4-FFF2-40B4-BE49-F238E27FC236}">
                  <a16:creationId xmlns:a16="http://schemas.microsoft.com/office/drawing/2014/main" id="{E8BA9D96-3E94-BC5F-2E6B-8BC898A161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1296166"/>
                </p:ext>
              </p:extLst>
            </p:nvPr>
          </p:nvGraphicFramePr>
          <p:xfrm>
            <a:off x="1771650" y="2749550"/>
            <a:ext cx="204788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5" imgW="126720" imgH="164880" progId="Equation.DSMT4">
                    <p:embed/>
                  </p:oleObj>
                </mc:Choice>
                <mc:Fallback>
                  <p:oleObj name="Equation" r:id="rId55" imgW="126720" imgH="164880" progId="Equation.DSMT4">
                    <p:embed/>
                    <p:pic>
                      <p:nvPicPr>
                        <p:cNvPr id="14" name="Object 13">
                          <a:extLst>
                            <a:ext uri="{FF2B5EF4-FFF2-40B4-BE49-F238E27FC236}">
                              <a16:creationId xmlns:a16="http://schemas.microsoft.com/office/drawing/2014/main" id="{E8BA9D96-3E94-BC5F-2E6B-8BC898A161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6"/>
                        <a:stretch>
                          <a:fillRect/>
                        </a:stretch>
                      </p:blipFill>
                      <p:spPr>
                        <a:xfrm>
                          <a:off x="1771650" y="2749550"/>
                          <a:ext cx="204788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Object 74">
              <a:extLst>
                <a:ext uri="{FF2B5EF4-FFF2-40B4-BE49-F238E27FC236}">
                  <a16:creationId xmlns:a16="http://schemas.microsoft.com/office/drawing/2014/main" id="{5679DF7A-9892-9C8B-9AC2-393C553BCE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2102888"/>
                </p:ext>
              </p:extLst>
            </p:nvPr>
          </p:nvGraphicFramePr>
          <p:xfrm>
            <a:off x="1600200" y="3475038"/>
            <a:ext cx="549275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7" imgW="342720" imgH="177480" progId="Equation.DSMT4">
                    <p:embed/>
                  </p:oleObj>
                </mc:Choice>
                <mc:Fallback>
                  <p:oleObj name="Equation" r:id="rId57" imgW="342720" imgH="177480" progId="Equation.DSMT4">
                    <p:embed/>
                    <p:pic>
                      <p:nvPicPr>
                        <p:cNvPr id="15" name="Object 14">
                          <a:extLst>
                            <a:ext uri="{FF2B5EF4-FFF2-40B4-BE49-F238E27FC236}">
                              <a16:creationId xmlns:a16="http://schemas.microsoft.com/office/drawing/2014/main" id="{5679DF7A-9892-9C8B-9AC2-393C553BCE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8"/>
                        <a:stretch>
                          <a:fillRect/>
                        </a:stretch>
                      </p:blipFill>
                      <p:spPr>
                        <a:xfrm>
                          <a:off x="1600200" y="3475038"/>
                          <a:ext cx="549275" cy="2857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75">
              <a:extLst>
                <a:ext uri="{FF2B5EF4-FFF2-40B4-BE49-F238E27FC236}">
                  <a16:creationId xmlns:a16="http://schemas.microsoft.com/office/drawing/2014/main" id="{5E639D1D-C15E-C311-AA24-F6FF541400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8653603"/>
                </p:ext>
              </p:extLst>
            </p:nvPr>
          </p:nvGraphicFramePr>
          <p:xfrm>
            <a:off x="1771650" y="3078163"/>
            <a:ext cx="204788" cy="287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9" imgW="126720" imgH="177480" progId="Equation.DSMT4">
                    <p:embed/>
                  </p:oleObj>
                </mc:Choice>
                <mc:Fallback>
                  <p:oleObj name="Equation" r:id="rId59" imgW="126720" imgH="177480" progId="Equation.DSMT4">
                    <p:embed/>
                    <p:pic>
                      <p:nvPicPr>
                        <p:cNvPr id="16" name="Object 15">
                          <a:extLst>
                            <a:ext uri="{FF2B5EF4-FFF2-40B4-BE49-F238E27FC236}">
                              <a16:creationId xmlns:a16="http://schemas.microsoft.com/office/drawing/2014/main" id="{5E639D1D-C15E-C311-AA24-F6FF5414003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0"/>
                        <a:stretch>
                          <a:fillRect/>
                        </a:stretch>
                      </p:blipFill>
                      <p:spPr>
                        <a:xfrm>
                          <a:off x="1771650" y="3078163"/>
                          <a:ext cx="204788" cy="287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76">
              <a:extLst>
                <a:ext uri="{FF2B5EF4-FFF2-40B4-BE49-F238E27FC236}">
                  <a16:creationId xmlns:a16="http://schemas.microsoft.com/office/drawing/2014/main" id="{D9E99CC5-B1EF-914E-AFCF-3B99DF3E67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8895614"/>
                </p:ext>
              </p:extLst>
            </p:nvPr>
          </p:nvGraphicFramePr>
          <p:xfrm>
            <a:off x="1773238" y="3849688"/>
            <a:ext cx="203200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1" imgW="126720" imgH="164880" progId="Equation.DSMT4">
                    <p:embed/>
                  </p:oleObj>
                </mc:Choice>
                <mc:Fallback>
                  <p:oleObj name="Equation" r:id="rId61" imgW="126720" imgH="164880" progId="Equation.DSMT4">
                    <p:embed/>
                    <p:pic>
                      <p:nvPicPr>
                        <p:cNvPr id="75" name="Object 74">
                          <a:extLst>
                            <a:ext uri="{FF2B5EF4-FFF2-40B4-BE49-F238E27FC236}">
                              <a16:creationId xmlns:a16="http://schemas.microsoft.com/office/drawing/2014/main" id="{5679DF7A-9892-9C8B-9AC2-393C553BCE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2"/>
                        <a:stretch>
                          <a:fillRect/>
                        </a:stretch>
                      </p:blipFill>
                      <p:spPr>
                        <a:xfrm>
                          <a:off x="1773238" y="3849688"/>
                          <a:ext cx="203200" cy="2651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77">
              <a:extLst>
                <a:ext uri="{FF2B5EF4-FFF2-40B4-BE49-F238E27FC236}">
                  <a16:creationId xmlns:a16="http://schemas.microsoft.com/office/drawing/2014/main" id="{3B3E3147-95FD-157C-F1B3-BE20A9D7F6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6531806"/>
                </p:ext>
              </p:extLst>
            </p:nvPr>
          </p:nvGraphicFramePr>
          <p:xfrm>
            <a:off x="1773238" y="4200525"/>
            <a:ext cx="20320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3" imgW="126720" imgH="177480" progId="Equation.DSMT4">
                    <p:embed/>
                  </p:oleObj>
                </mc:Choice>
                <mc:Fallback>
                  <p:oleObj name="Equation" r:id="rId63" imgW="126720" imgH="177480" progId="Equation.DSMT4">
                    <p:embed/>
                    <p:pic>
                      <p:nvPicPr>
                        <p:cNvPr id="77" name="Object 76">
                          <a:extLst>
                            <a:ext uri="{FF2B5EF4-FFF2-40B4-BE49-F238E27FC236}">
                              <a16:creationId xmlns:a16="http://schemas.microsoft.com/office/drawing/2014/main" id="{D9E99CC5-B1EF-914E-AFCF-3B99DF3E67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4"/>
                        <a:stretch>
                          <a:fillRect/>
                        </a:stretch>
                      </p:blipFill>
                      <p:spPr>
                        <a:xfrm>
                          <a:off x="1773238" y="4200525"/>
                          <a:ext cx="203200" cy="2857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3828EDA9-DEA9-E0CC-4A12-F64FAA3B02CD}"/>
              </a:ext>
            </a:extLst>
          </p:cNvPr>
          <p:cNvSpPr txBox="1"/>
          <p:nvPr/>
        </p:nvSpPr>
        <p:spPr>
          <a:xfrm>
            <a:off x="2928579" y="2748776"/>
            <a:ext cx="21549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Sign convention</a:t>
            </a:r>
            <a:endParaRPr lang="en-US" sz="1600" dirty="0"/>
          </a:p>
          <a:p>
            <a:r>
              <a:rPr lang="en-US" sz="1600" i="1" dirty="0"/>
              <a:t>S</a:t>
            </a:r>
            <a:r>
              <a:rPr lang="en-US" sz="1600" i="1" baseline="-25000" dirty="0"/>
              <a:t>i</a:t>
            </a:r>
            <a:r>
              <a:rPr lang="en-US" sz="1600" dirty="0"/>
              <a:t> &gt; 0 </a:t>
            </a:r>
            <a:r>
              <a:rPr lang="en-US" sz="1600" dirty="0">
                <a:sym typeface="Wingdings" panose="05000000000000000000" pitchFamily="2" charset="2"/>
              </a:rPr>
              <a:t>⇒ </a:t>
            </a:r>
            <a:r>
              <a:rPr lang="en-US" sz="1600" dirty="0"/>
              <a:t>tension </a:t>
            </a:r>
          </a:p>
          <a:p>
            <a:r>
              <a:rPr lang="en-US" sz="1600" i="1" dirty="0"/>
              <a:t>S</a:t>
            </a:r>
            <a:r>
              <a:rPr lang="en-US" sz="1600" i="1" baseline="-25000" dirty="0"/>
              <a:t>i</a:t>
            </a:r>
            <a:r>
              <a:rPr lang="en-US" sz="1600" dirty="0"/>
              <a:t> &lt; 0 </a:t>
            </a:r>
            <a:r>
              <a:rPr lang="en-US" sz="1600" dirty="0">
                <a:sym typeface="Wingdings" panose="05000000000000000000" pitchFamily="2" charset="2"/>
              </a:rPr>
              <a:t>⇒ compression</a:t>
            </a:r>
            <a:endParaRPr lang="en-US" sz="1600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9B8926C-031D-2A21-612A-0BE066FA4B89}"/>
              </a:ext>
            </a:extLst>
          </p:cNvPr>
          <p:cNvCxnSpPr>
            <a:cxnSpLocks/>
          </p:cNvCxnSpPr>
          <p:nvPr/>
        </p:nvCxnSpPr>
        <p:spPr>
          <a:xfrm>
            <a:off x="2724150" y="2748776"/>
            <a:ext cx="0" cy="172321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42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5E4B-621D-C73E-3FE3-FB2EE469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5331-DDF9-7485-5823-503E89B98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Module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7C86B5-2F2C-D53F-5892-FFFD927FD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7400" cy="4351338"/>
          </a:xfrm>
        </p:spPr>
        <p:txBody>
          <a:bodyPr/>
          <a:lstStyle/>
          <a:p>
            <a:r>
              <a:rPr lang="en-US" dirty="0"/>
              <a:t>Structure: Beam</a:t>
            </a:r>
          </a:p>
          <a:p>
            <a:r>
              <a:rPr lang="en-US" dirty="0"/>
              <a:t>Loads: Concentrated and Distributed Forces and Couples</a:t>
            </a:r>
          </a:p>
          <a:p>
            <a:r>
              <a:rPr lang="en-US" dirty="0"/>
              <a:t>Supports: Pin &amp; Roller, Three Rollers, or Fixed Support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2BE9B-33FD-5B23-1835-E9671857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8047" t="29390" r="9140" b="29558"/>
          <a:stretch>
            <a:fillRect/>
          </a:stretch>
        </p:blipFill>
        <p:spPr>
          <a:xfrm>
            <a:off x="5784849" y="5323650"/>
            <a:ext cx="6000751" cy="13869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C3DC7E-7EFE-4EC7-EB0E-E5DF3A4CE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9527" t="29166" r="10761" b="36806"/>
          <a:stretch>
            <a:fillRect/>
          </a:stretch>
        </p:blipFill>
        <p:spPr>
          <a:xfrm>
            <a:off x="509111" y="5252775"/>
            <a:ext cx="4934903" cy="1247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B6F8B3-8C0C-EA3F-DBA4-9DF9D1C7AF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0025" t="23499" r="10394" b="38668"/>
          <a:stretch>
            <a:fillRect/>
          </a:stretch>
        </p:blipFill>
        <p:spPr>
          <a:xfrm>
            <a:off x="6191250" y="3571854"/>
            <a:ext cx="4914899" cy="1218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A5185D-3AA5-2114-6979-6D7AEE47DB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10242" t="30232" r="11790" b="31651"/>
          <a:stretch>
            <a:fillRect/>
          </a:stretch>
        </p:blipFill>
        <p:spPr>
          <a:xfrm>
            <a:off x="970611" y="3661514"/>
            <a:ext cx="4378153" cy="126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03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1DA0-2125-8EB3-89C7-977BD789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BF79-E124-0FA2-9DB4-6E00C34F7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2826"/>
          </a:xfrm>
        </p:spPr>
        <p:txBody>
          <a:bodyPr>
            <a:normAutofit/>
          </a:bodyPr>
          <a:lstStyle/>
          <a:p>
            <a:r>
              <a:rPr lang="en-US" i="1" dirty="0"/>
              <a:t>Example Problem 1</a:t>
            </a:r>
          </a:p>
          <a:p>
            <a:endParaRPr lang="en-US" i="1" dirty="0"/>
          </a:p>
          <a:p>
            <a:endParaRPr lang="en-US" i="1" dirty="0"/>
          </a:p>
          <a:p>
            <a:endParaRPr lang="en-US" sz="1300" i="1" dirty="0"/>
          </a:p>
          <a:p>
            <a:endParaRPr lang="en-US" sz="1300" i="1" dirty="0"/>
          </a:p>
          <a:p>
            <a:endParaRPr lang="en-US" sz="1300" i="1" dirty="0"/>
          </a:p>
          <a:p>
            <a:endParaRPr lang="en-US" sz="1300" i="1" dirty="0"/>
          </a:p>
          <a:p>
            <a:r>
              <a:rPr lang="en-US" dirty="0"/>
              <a:t>Required Understanding </a:t>
            </a:r>
          </a:p>
          <a:p>
            <a:pPr lvl="1"/>
            <a:r>
              <a:rPr lang="en-US" dirty="0"/>
              <a:t>Statically Equivalent Loads</a:t>
            </a:r>
          </a:p>
          <a:p>
            <a:pPr lvl="1"/>
            <a:r>
              <a:rPr lang="en-US" dirty="0"/>
              <a:t>External Load Effect on Internal Response</a:t>
            </a:r>
          </a:p>
          <a:p>
            <a:pPr lvl="1"/>
            <a:r>
              <a:rPr lang="en-US" dirty="0"/>
              <a:t>Diff. Rel. btw/ Distributed Loads, Shear Force, and Bending Moments</a:t>
            </a:r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1FAB1E-3390-DFFC-FCE8-108FC863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Module</a:t>
            </a:r>
          </a:p>
        </p:txBody>
      </p:sp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FF7E6D84-E4A4-EE04-6645-1A3921880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73256"/>
              </p:ext>
            </p:extLst>
          </p:nvPr>
        </p:nvGraphicFramePr>
        <p:xfrm>
          <a:off x="11447101" y="2617677"/>
          <a:ext cx="151535" cy="165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DSMT4">
                  <p:embed/>
                </p:oleObj>
              </mc:Choice>
              <mc:Fallback>
                <p:oleObj name="Equation" r:id="rId2" imgW="152280" imgH="16488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3DEE571-95A8-7AFE-58D8-869EBABE6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47101" y="2617677"/>
                        <a:ext cx="151535" cy="1659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2059EC3-52C6-FD02-6028-3901065D69A3}"/>
              </a:ext>
            </a:extLst>
          </p:cNvPr>
          <p:cNvCxnSpPr>
            <a:cxnSpLocks/>
          </p:cNvCxnSpPr>
          <p:nvPr/>
        </p:nvCxnSpPr>
        <p:spPr>
          <a:xfrm>
            <a:off x="2867025" y="2748776"/>
            <a:ext cx="0" cy="68022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166EDCAB-0770-D08B-081A-1EB248016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713637"/>
              </p:ext>
            </p:extLst>
          </p:nvPr>
        </p:nvGraphicFramePr>
        <p:xfrm>
          <a:off x="1042988" y="2388815"/>
          <a:ext cx="426720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30240" imgH="685800" progId="Equation.DSMT4">
                  <p:embed/>
                </p:oleObj>
              </mc:Choice>
              <mc:Fallback>
                <p:oleObj name="Equation" r:id="rId4" imgW="2730240" imgH="6858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25EC1B43-E43C-F525-04B2-16411A2088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2988" y="2388815"/>
                        <a:ext cx="4267200" cy="1071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extBox 84">
            <a:extLst>
              <a:ext uri="{FF2B5EF4-FFF2-40B4-BE49-F238E27FC236}">
                <a16:creationId xmlns:a16="http://schemas.microsoft.com/office/drawing/2014/main" id="{9499CCA2-AC42-6BAB-0A5D-9A391DB64C42}"/>
              </a:ext>
            </a:extLst>
          </p:cNvPr>
          <p:cNvSpPr txBox="1"/>
          <p:nvPr/>
        </p:nvSpPr>
        <p:spPr>
          <a:xfrm>
            <a:off x="3042159" y="2676218"/>
            <a:ext cx="18977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Sign convention</a:t>
            </a:r>
            <a:endParaRPr lang="en-US" sz="1600" dirty="0"/>
          </a:p>
          <a:p>
            <a:r>
              <a:rPr lang="en-US" sz="1600" i="1" dirty="0"/>
              <a:t>R</a:t>
            </a:r>
            <a:r>
              <a:rPr lang="en-US" sz="1600" i="1" baseline="-25000" dirty="0"/>
              <a:t>y</a:t>
            </a:r>
            <a:r>
              <a:rPr lang="en-US" sz="1600" dirty="0"/>
              <a:t> &gt; 0 (upwards)</a:t>
            </a:r>
          </a:p>
          <a:p>
            <a:r>
              <a:rPr lang="en-US" sz="1600" i="1" dirty="0"/>
              <a:t>M</a:t>
            </a:r>
            <a:r>
              <a:rPr lang="en-US" sz="1600" dirty="0"/>
              <a:t> &gt; 0 (CCW)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D19BBD0-4B1E-F9EA-D410-61E6799499AA}"/>
              </a:ext>
            </a:extLst>
          </p:cNvPr>
          <p:cNvGrpSpPr/>
          <p:nvPr/>
        </p:nvGrpSpPr>
        <p:grpSpPr>
          <a:xfrm>
            <a:off x="1042731" y="3795405"/>
            <a:ext cx="3852863" cy="625475"/>
            <a:chOff x="1042731" y="4021138"/>
            <a:chExt cx="3852863" cy="625475"/>
          </a:xfrm>
        </p:grpSpPr>
        <p:graphicFrame>
          <p:nvGraphicFramePr>
            <p:cNvPr id="86" name="Object 85">
              <a:extLst>
                <a:ext uri="{FF2B5EF4-FFF2-40B4-BE49-F238E27FC236}">
                  <a16:creationId xmlns:a16="http://schemas.microsoft.com/office/drawing/2014/main" id="{5EA3AE38-0710-CC86-5839-DFA4C260BF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6548713"/>
                </p:ext>
              </p:extLst>
            </p:nvPr>
          </p:nvGraphicFramePr>
          <p:xfrm>
            <a:off x="1042731" y="4021138"/>
            <a:ext cx="3852863" cy="625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501640" imgH="406080" progId="Equation.DSMT4">
                    <p:embed/>
                  </p:oleObj>
                </mc:Choice>
                <mc:Fallback>
                  <p:oleObj name="Equation" r:id="rId6" imgW="2501640" imgH="406080" progId="Equation.DSMT4">
                    <p:embed/>
                    <p:pic>
                      <p:nvPicPr>
                        <p:cNvPr id="42" name="Object 41">
                          <a:extLst>
                            <a:ext uri="{FF2B5EF4-FFF2-40B4-BE49-F238E27FC236}">
                              <a16:creationId xmlns:a16="http://schemas.microsoft.com/office/drawing/2014/main" id="{5E7F9290-F44E-B547-8743-9AD5D1D05E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42731" y="4021138"/>
                          <a:ext cx="3852863" cy="6254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Object 86">
              <a:extLst>
                <a:ext uri="{FF2B5EF4-FFF2-40B4-BE49-F238E27FC236}">
                  <a16:creationId xmlns:a16="http://schemas.microsoft.com/office/drawing/2014/main" id="{A6A0A232-2C86-D4AF-9514-2BCA0A63D3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3857592"/>
                </p:ext>
              </p:extLst>
            </p:nvPr>
          </p:nvGraphicFramePr>
          <p:xfrm>
            <a:off x="1354138" y="4318000"/>
            <a:ext cx="2014537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07880" imgH="203040" progId="Equation.DSMT4">
                    <p:embed/>
                  </p:oleObj>
                </mc:Choice>
                <mc:Fallback>
                  <p:oleObj name="Equation" r:id="rId8" imgW="1307880" imgH="203040" progId="Equation.DSMT4">
                    <p:embed/>
                    <p:pic>
                      <p:nvPicPr>
                        <p:cNvPr id="43" name="Object 42">
                          <a:extLst>
                            <a:ext uri="{FF2B5EF4-FFF2-40B4-BE49-F238E27FC236}">
                              <a16:creationId xmlns:a16="http://schemas.microsoft.com/office/drawing/2014/main" id="{03D4B83E-54A7-EDA3-49D1-92002A45220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354138" y="4318000"/>
                          <a:ext cx="2014537" cy="3127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7BDCD7A-7134-6BC2-3062-60D66C409552}"/>
              </a:ext>
            </a:extLst>
          </p:cNvPr>
          <p:cNvGrpSpPr/>
          <p:nvPr/>
        </p:nvGrpSpPr>
        <p:grpSpPr>
          <a:xfrm>
            <a:off x="6113301" y="2165152"/>
            <a:ext cx="5908992" cy="1728488"/>
            <a:chOff x="6110725" y="501637"/>
            <a:chExt cx="5908992" cy="17284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C8B25D3-D051-B1E4-E1E0-FB6C8C9F8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50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t="25225" b="20028"/>
            <a:stretch>
              <a:fillRect/>
            </a:stretch>
          </p:blipFill>
          <p:spPr>
            <a:xfrm>
              <a:off x="6110725" y="501637"/>
              <a:ext cx="5908992" cy="157287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80E6422-3292-9A09-4AB3-41933371A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50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t="82063" b="-1621"/>
            <a:stretch>
              <a:fillRect/>
            </a:stretch>
          </p:blipFill>
          <p:spPr>
            <a:xfrm>
              <a:off x="6110725" y="1668219"/>
              <a:ext cx="5908992" cy="5619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3581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8130</TotalTime>
  <Words>266</Words>
  <Application>Microsoft Macintosh PowerPoint</Application>
  <PresentationFormat>Widescreen</PresentationFormat>
  <Paragraphs>89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Equation</vt:lpstr>
      <vt:lpstr>Single-Rigid Body Module</vt:lpstr>
      <vt:lpstr>Single-Rigid Body Module</vt:lpstr>
      <vt:lpstr>Single-Rigid Body Module</vt:lpstr>
      <vt:lpstr>Extensive Parameterization</vt:lpstr>
      <vt:lpstr>Truss Module</vt:lpstr>
      <vt:lpstr>Truss Module</vt:lpstr>
      <vt:lpstr>Truss Module</vt:lpstr>
      <vt:lpstr>Beam Module</vt:lpstr>
      <vt:lpstr>Beam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Lubarda, Marko</dc:creator>
  <cp:lastModifiedBy>Koshik Kumaravel</cp:lastModifiedBy>
  <cp:revision>43</cp:revision>
  <dcterms:created xsi:type="dcterms:W3CDTF">2026-04-04T17:51:35Z</dcterms:created>
  <dcterms:modified xsi:type="dcterms:W3CDTF">2026-09-10T17:00:36Z</dcterms:modified>
</cp:coreProperties>
</file>